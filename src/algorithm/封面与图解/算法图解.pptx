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  <p:sldId id="265" r:id="rId10"/>
    <p:sldId id="266" r:id="rId11"/>
  </p:sldIdLst>
  <p:sldSz cx="12192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288" y="-1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67462"/>
            <a:ext cx="10363200" cy="37599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72376"/>
            <a:ext cx="9144000" cy="260744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6F0F-AB6E-4A27-88E9-30C4C00FB233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A6C4-E20C-4E0D-A10D-4F7B73559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273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6F0F-AB6E-4A27-88E9-30C4C00FB233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A6C4-E20C-4E0D-A10D-4F7B73559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39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92444"/>
            <a:ext cx="10515600" cy="449240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227345"/>
            <a:ext cx="10515600" cy="236244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6F0F-AB6E-4A27-88E9-30C4C00FB233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A6C4-E20C-4E0D-A10D-4F7B73559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072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874937"/>
            <a:ext cx="5181600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874937"/>
            <a:ext cx="5181600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6F0F-AB6E-4A27-88E9-30C4C00FB233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A6C4-E20C-4E0D-A10D-4F7B73559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40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4990"/>
            <a:ext cx="10515600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47443"/>
            <a:ext cx="5157787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944914"/>
            <a:ext cx="5157787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47443"/>
            <a:ext cx="5183188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944914"/>
            <a:ext cx="5183188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6F0F-AB6E-4A27-88E9-30C4C00FB233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A6C4-E20C-4E0D-A10D-4F7B73559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26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6F0F-AB6E-4A27-88E9-30C4C00FB233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A6C4-E20C-4E0D-A10D-4F7B73559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435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6F0F-AB6E-4A27-88E9-30C4C00FB233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A6C4-E20C-4E0D-A10D-4F7B73559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827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54968"/>
            <a:ext cx="6172200" cy="767483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6F0F-AB6E-4A27-88E9-30C4C00FB233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A6C4-E20C-4E0D-A10D-4F7B73559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193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54968"/>
            <a:ext cx="6172200" cy="767483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6F0F-AB6E-4A27-88E9-30C4C00FB233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A6C4-E20C-4E0D-A10D-4F7B73559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9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6F0F-AB6E-4A27-88E9-30C4C00FB233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A6C4-E20C-4E0D-A10D-4F7B73559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23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74987"/>
            <a:ext cx="2628900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74987"/>
            <a:ext cx="7734300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6F0F-AB6E-4A27-88E9-30C4C00FB233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A6C4-E20C-4E0D-A10D-4F7B73559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649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74990"/>
            <a:ext cx="1051560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874937"/>
            <a:ext cx="1051560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B6F0F-AB6E-4A27-88E9-30C4C00FB233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009783"/>
            <a:ext cx="41148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AA6C4-E20C-4E0D-A10D-4F7B73559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62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5344ECC2-6CCF-6707-AD7B-4F7AE8354E17}"/>
              </a:ext>
            </a:extLst>
          </p:cNvPr>
          <p:cNvSpPr/>
          <p:nvPr/>
        </p:nvSpPr>
        <p:spPr>
          <a:xfrm>
            <a:off x="1615670" y="2012133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4773938-86FA-2BC2-30B0-CE0E9E133149}"/>
              </a:ext>
            </a:extLst>
          </p:cNvPr>
          <p:cNvSpPr/>
          <p:nvPr/>
        </p:nvSpPr>
        <p:spPr>
          <a:xfrm>
            <a:off x="852524" y="2740900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1D46D23-C104-AFE0-50D0-626D7F2F3E38}"/>
              </a:ext>
            </a:extLst>
          </p:cNvPr>
          <p:cNvSpPr/>
          <p:nvPr/>
        </p:nvSpPr>
        <p:spPr>
          <a:xfrm>
            <a:off x="2488821" y="2740899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2E7F53F-FCDE-2DBA-0DFE-D64BF0BA36CF}"/>
              </a:ext>
            </a:extLst>
          </p:cNvPr>
          <p:cNvSpPr/>
          <p:nvPr/>
        </p:nvSpPr>
        <p:spPr>
          <a:xfrm>
            <a:off x="137506" y="3418105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780DE06-8B6B-8002-1FC5-AF4D3C160DEF}"/>
              </a:ext>
            </a:extLst>
          </p:cNvPr>
          <p:cNvSpPr/>
          <p:nvPr/>
        </p:nvSpPr>
        <p:spPr>
          <a:xfrm>
            <a:off x="1615669" y="3418105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3C4116-CC45-CCF1-DA27-BCFE440FC491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1187019" y="2346627"/>
            <a:ext cx="486041" cy="4516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4A8572B-9FF2-A351-4CC3-E075577B454B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472001" y="3075394"/>
            <a:ext cx="437913" cy="4001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880C4B6-067D-C875-3C50-8D4BD134329A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1187018" y="3075394"/>
            <a:ext cx="486040" cy="4001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88EE78D-708D-EBD0-A2E6-8ECF0BB1128B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1950164" y="2346628"/>
            <a:ext cx="596046" cy="45166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E7B0795-832D-42BD-66A2-ED8EBDDA9DE8}"/>
              </a:ext>
            </a:extLst>
          </p:cNvPr>
          <p:cNvGrpSpPr/>
          <p:nvPr/>
        </p:nvGrpSpPr>
        <p:grpSpPr>
          <a:xfrm>
            <a:off x="3843229" y="2152549"/>
            <a:ext cx="4963886" cy="502937"/>
            <a:chOff x="3843229" y="702599"/>
            <a:chExt cx="4963886" cy="502937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751719B7-AC95-AED7-43E3-DC3A2B4F56E0}"/>
                </a:ext>
              </a:extLst>
            </p:cNvPr>
            <p:cNvSpPr/>
            <p:nvPr/>
          </p:nvSpPr>
          <p:spPr>
            <a:xfrm>
              <a:off x="3843229" y="702599"/>
              <a:ext cx="4963886" cy="502937"/>
            </a:xfrm>
            <a:custGeom>
              <a:avLst/>
              <a:gdLst>
                <a:gd name="connsiteX0" fmla="*/ 0 w 4963886"/>
                <a:gd name="connsiteY0" fmla="*/ 0 h 502937"/>
                <a:gd name="connsiteX1" fmla="*/ 4963886 w 4963886"/>
                <a:gd name="connsiteY1" fmla="*/ 0 h 502937"/>
                <a:gd name="connsiteX2" fmla="*/ 4963886 w 4963886"/>
                <a:gd name="connsiteY2" fmla="*/ 502937 h 502937"/>
                <a:gd name="connsiteX3" fmla="*/ 0 w 4963886"/>
                <a:gd name="connsiteY3" fmla="*/ 502937 h 502937"/>
                <a:gd name="connsiteX4" fmla="*/ 0 w 4963886"/>
                <a:gd name="connsiteY4" fmla="*/ 0 h 502937"/>
                <a:gd name="connsiteX0" fmla="*/ 4963886 w 5055326"/>
                <a:gd name="connsiteY0" fmla="*/ 502937 h 502937"/>
                <a:gd name="connsiteX1" fmla="*/ 0 w 5055326"/>
                <a:gd name="connsiteY1" fmla="*/ 502937 h 502937"/>
                <a:gd name="connsiteX2" fmla="*/ 0 w 5055326"/>
                <a:gd name="connsiteY2" fmla="*/ 0 h 502937"/>
                <a:gd name="connsiteX3" fmla="*/ 5055326 w 5055326"/>
                <a:gd name="connsiteY3" fmla="*/ 91440 h 502937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07750 h 507750"/>
                <a:gd name="connsiteX1" fmla="*/ 0 w 5014075"/>
                <a:gd name="connsiteY1" fmla="*/ 507750 h 507750"/>
                <a:gd name="connsiteX2" fmla="*/ 0 w 5014075"/>
                <a:gd name="connsiteY2" fmla="*/ 4813 h 507750"/>
                <a:gd name="connsiteX3" fmla="*/ 5014075 w 5014075"/>
                <a:gd name="connsiteY3" fmla="*/ 0 h 507750"/>
                <a:gd name="connsiteX0" fmla="*/ 4963886 w 4963886"/>
                <a:gd name="connsiteY0" fmla="*/ 502937 h 502937"/>
                <a:gd name="connsiteX1" fmla="*/ 0 w 4963886"/>
                <a:gd name="connsiteY1" fmla="*/ 502937 h 502937"/>
                <a:gd name="connsiteX2" fmla="*/ 0 w 4963886"/>
                <a:gd name="connsiteY2" fmla="*/ 0 h 502937"/>
                <a:gd name="connsiteX3" fmla="*/ 4952198 w 4963886"/>
                <a:gd name="connsiteY3" fmla="*/ 8937 h 50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3886" h="502937">
                  <a:moveTo>
                    <a:pt x="4963886" y="502937"/>
                  </a:moveTo>
                  <a:lnTo>
                    <a:pt x="0" y="502937"/>
                  </a:lnTo>
                  <a:lnTo>
                    <a:pt x="0" y="0"/>
                  </a:lnTo>
                  <a:lnTo>
                    <a:pt x="4952198" y="8937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998EDA06-B4A1-F065-104A-7956A9B1E6DE}"/>
                </a:ext>
              </a:extLst>
            </p:cNvPr>
            <p:cNvSpPr/>
            <p:nvPr/>
          </p:nvSpPr>
          <p:spPr>
            <a:xfrm>
              <a:off x="3843229" y="758125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F725702-4344-EED4-0462-C26FAA316A38}"/>
              </a:ext>
            </a:extLst>
          </p:cNvPr>
          <p:cNvGrpSpPr/>
          <p:nvPr/>
        </p:nvGrpSpPr>
        <p:grpSpPr>
          <a:xfrm>
            <a:off x="3843229" y="3498458"/>
            <a:ext cx="4963886" cy="502937"/>
            <a:chOff x="3843229" y="1507526"/>
            <a:chExt cx="4963886" cy="502937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7741A56C-A84D-FEC2-4834-134ED6558015}"/>
                </a:ext>
              </a:extLst>
            </p:cNvPr>
            <p:cNvGrpSpPr/>
            <p:nvPr/>
          </p:nvGrpSpPr>
          <p:grpSpPr>
            <a:xfrm>
              <a:off x="3843229" y="1507526"/>
              <a:ext cx="4963886" cy="502937"/>
              <a:chOff x="3843229" y="702599"/>
              <a:chExt cx="4963886" cy="502937"/>
            </a:xfrm>
          </p:grpSpPr>
          <p:sp>
            <p:nvSpPr>
              <p:cNvPr id="49" name="矩形 38">
                <a:extLst>
                  <a:ext uri="{FF2B5EF4-FFF2-40B4-BE49-F238E27FC236}">
                    <a16:creationId xmlns:a16="http://schemas.microsoft.com/office/drawing/2014/main" id="{23A3C15B-A174-51D7-AF2E-B8126C2C7681}"/>
                  </a:ext>
                </a:extLst>
              </p:cNvPr>
              <p:cNvSpPr/>
              <p:nvPr/>
            </p:nvSpPr>
            <p:spPr>
              <a:xfrm>
                <a:off x="3843229" y="702599"/>
                <a:ext cx="4963886" cy="502937"/>
              </a:xfrm>
              <a:custGeom>
                <a:avLst/>
                <a:gdLst>
                  <a:gd name="connsiteX0" fmla="*/ 0 w 4963886"/>
                  <a:gd name="connsiteY0" fmla="*/ 0 h 502937"/>
                  <a:gd name="connsiteX1" fmla="*/ 4963886 w 4963886"/>
                  <a:gd name="connsiteY1" fmla="*/ 0 h 502937"/>
                  <a:gd name="connsiteX2" fmla="*/ 4963886 w 4963886"/>
                  <a:gd name="connsiteY2" fmla="*/ 502937 h 502937"/>
                  <a:gd name="connsiteX3" fmla="*/ 0 w 4963886"/>
                  <a:gd name="connsiteY3" fmla="*/ 502937 h 502937"/>
                  <a:gd name="connsiteX4" fmla="*/ 0 w 4963886"/>
                  <a:gd name="connsiteY4" fmla="*/ 0 h 502937"/>
                  <a:gd name="connsiteX0" fmla="*/ 4963886 w 5055326"/>
                  <a:gd name="connsiteY0" fmla="*/ 502937 h 502937"/>
                  <a:gd name="connsiteX1" fmla="*/ 0 w 5055326"/>
                  <a:gd name="connsiteY1" fmla="*/ 502937 h 502937"/>
                  <a:gd name="connsiteX2" fmla="*/ 0 w 5055326"/>
                  <a:gd name="connsiteY2" fmla="*/ 0 h 502937"/>
                  <a:gd name="connsiteX3" fmla="*/ 5055326 w 5055326"/>
                  <a:gd name="connsiteY3" fmla="*/ 91440 h 502937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07750 h 507750"/>
                  <a:gd name="connsiteX1" fmla="*/ 0 w 5014075"/>
                  <a:gd name="connsiteY1" fmla="*/ 507750 h 507750"/>
                  <a:gd name="connsiteX2" fmla="*/ 0 w 5014075"/>
                  <a:gd name="connsiteY2" fmla="*/ 4813 h 507750"/>
                  <a:gd name="connsiteX3" fmla="*/ 5014075 w 5014075"/>
                  <a:gd name="connsiteY3" fmla="*/ 0 h 507750"/>
                  <a:gd name="connsiteX0" fmla="*/ 4963886 w 4963886"/>
                  <a:gd name="connsiteY0" fmla="*/ 502937 h 502937"/>
                  <a:gd name="connsiteX1" fmla="*/ 0 w 4963886"/>
                  <a:gd name="connsiteY1" fmla="*/ 502937 h 502937"/>
                  <a:gd name="connsiteX2" fmla="*/ 0 w 4963886"/>
                  <a:gd name="connsiteY2" fmla="*/ 0 h 502937"/>
                  <a:gd name="connsiteX3" fmla="*/ 4952198 w 4963886"/>
                  <a:gd name="connsiteY3" fmla="*/ 8937 h 502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63886" h="502937">
                    <a:moveTo>
                      <a:pt x="4963886" y="502937"/>
                    </a:moveTo>
                    <a:lnTo>
                      <a:pt x="0" y="502937"/>
                    </a:lnTo>
                    <a:lnTo>
                      <a:pt x="0" y="0"/>
                    </a:lnTo>
                    <a:lnTo>
                      <a:pt x="4952198" y="8937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AD86B70E-AB2D-D995-DBFB-B1AC3F982AC7}"/>
                  </a:ext>
                </a:extLst>
              </p:cNvPr>
              <p:cNvSpPr/>
              <p:nvPr/>
            </p:nvSpPr>
            <p:spPr>
              <a:xfrm>
                <a:off x="3843229" y="758125"/>
                <a:ext cx="391885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</p:grp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50C7E105-B3DC-466D-8814-DEA9C4B324BF}"/>
                </a:ext>
              </a:extLst>
            </p:cNvPr>
            <p:cNvSpPr/>
            <p:nvPr/>
          </p:nvSpPr>
          <p:spPr>
            <a:xfrm>
              <a:off x="4351992" y="1563052"/>
              <a:ext cx="488140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null</a:t>
              </a:r>
              <a:endParaRPr lang="zh-CN" altLang="en-US" sz="800" dirty="0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29411E4A-D442-BE36-37CE-470E108A50AD}"/>
                </a:ext>
              </a:extLst>
            </p:cNvPr>
            <p:cNvSpPr/>
            <p:nvPr/>
          </p:nvSpPr>
          <p:spPr>
            <a:xfrm>
              <a:off x="4957010" y="1563052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0F10EF5F-74D4-DF0A-1E2E-109570385CE5}"/>
                </a:ext>
              </a:extLst>
            </p:cNvPr>
            <p:cNvSpPr/>
            <p:nvPr/>
          </p:nvSpPr>
          <p:spPr>
            <a:xfrm>
              <a:off x="5465773" y="1554453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8808E43D-367E-3D79-220D-81F9DF3D2A2C}"/>
              </a:ext>
            </a:extLst>
          </p:cNvPr>
          <p:cNvGrpSpPr/>
          <p:nvPr/>
        </p:nvGrpSpPr>
        <p:grpSpPr>
          <a:xfrm>
            <a:off x="3843229" y="4323435"/>
            <a:ext cx="4963886" cy="502937"/>
            <a:chOff x="3843229" y="2305048"/>
            <a:chExt cx="4963886" cy="502937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58013ED8-2BD5-9487-3247-4F602D4539AA}"/>
                </a:ext>
              </a:extLst>
            </p:cNvPr>
            <p:cNvGrpSpPr/>
            <p:nvPr/>
          </p:nvGrpSpPr>
          <p:grpSpPr>
            <a:xfrm>
              <a:off x="3843229" y="2305048"/>
              <a:ext cx="4963886" cy="502937"/>
              <a:chOff x="3843229" y="1507526"/>
              <a:chExt cx="4963886" cy="502937"/>
            </a:xfrm>
          </p:grpSpPr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DD2A0BA9-E866-605F-320C-0F520DE5D297}"/>
                  </a:ext>
                </a:extLst>
              </p:cNvPr>
              <p:cNvGrpSpPr/>
              <p:nvPr/>
            </p:nvGrpSpPr>
            <p:grpSpPr>
              <a:xfrm>
                <a:off x="3843229" y="1507526"/>
                <a:ext cx="4963886" cy="502937"/>
                <a:chOff x="3843229" y="702599"/>
                <a:chExt cx="4963886" cy="502937"/>
              </a:xfrm>
            </p:grpSpPr>
            <p:sp>
              <p:nvSpPr>
                <p:cNvPr id="72" name="矩形 38">
                  <a:extLst>
                    <a:ext uri="{FF2B5EF4-FFF2-40B4-BE49-F238E27FC236}">
                      <a16:creationId xmlns:a16="http://schemas.microsoft.com/office/drawing/2014/main" id="{C7C68082-8C81-8B72-4D16-C9669E8EBA35}"/>
                    </a:ext>
                  </a:extLst>
                </p:cNvPr>
                <p:cNvSpPr/>
                <p:nvPr/>
              </p:nvSpPr>
              <p:spPr>
                <a:xfrm>
                  <a:off x="3843229" y="702599"/>
                  <a:ext cx="4963886" cy="502937"/>
                </a:xfrm>
                <a:custGeom>
                  <a:avLst/>
                  <a:gdLst>
                    <a:gd name="connsiteX0" fmla="*/ 0 w 4963886"/>
                    <a:gd name="connsiteY0" fmla="*/ 0 h 502937"/>
                    <a:gd name="connsiteX1" fmla="*/ 4963886 w 4963886"/>
                    <a:gd name="connsiteY1" fmla="*/ 0 h 502937"/>
                    <a:gd name="connsiteX2" fmla="*/ 4963886 w 4963886"/>
                    <a:gd name="connsiteY2" fmla="*/ 502937 h 502937"/>
                    <a:gd name="connsiteX3" fmla="*/ 0 w 4963886"/>
                    <a:gd name="connsiteY3" fmla="*/ 502937 h 502937"/>
                    <a:gd name="connsiteX4" fmla="*/ 0 w 4963886"/>
                    <a:gd name="connsiteY4" fmla="*/ 0 h 502937"/>
                    <a:gd name="connsiteX0" fmla="*/ 4963886 w 5055326"/>
                    <a:gd name="connsiteY0" fmla="*/ 502937 h 502937"/>
                    <a:gd name="connsiteX1" fmla="*/ 0 w 5055326"/>
                    <a:gd name="connsiteY1" fmla="*/ 502937 h 502937"/>
                    <a:gd name="connsiteX2" fmla="*/ 0 w 5055326"/>
                    <a:gd name="connsiteY2" fmla="*/ 0 h 502937"/>
                    <a:gd name="connsiteX3" fmla="*/ 5055326 w 5055326"/>
                    <a:gd name="connsiteY3" fmla="*/ 91440 h 502937"/>
                    <a:gd name="connsiteX0" fmla="*/ 4963886 w 5014075"/>
                    <a:gd name="connsiteY0" fmla="*/ 562751 h 562751"/>
                    <a:gd name="connsiteX1" fmla="*/ 0 w 5014075"/>
                    <a:gd name="connsiteY1" fmla="*/ 562751 h 562751"/>
                    <a:gd name="connsiteX2" fmla="*/ 0 w 5014075"/>
                    <a:gd name="connsiteY2" fmla="*/ 59814 h 562751"/>
                    <a:gd name="connsiteX3" fmla="*/ 5014075 w 5014075"/>
                    <a:gd name="connsiteY3" fmla="*/ 0 h 562751"/>
                    <a:gd name="connsiteX0" fmla="*/ 4963886 w 5014075"/>
                    <a:gd name="connsiteY0" fmla="*/ 562751 h 562751"/>
                    <a:gd name="connsiteX1" fmla="*/ 0 w 5014075"/>
                    <a:gd name="connsiteY1" fmla="*/ 562751 h 562751"/>
                    <a:gd name="connsiteX2" fmla="*/ 0 w 5014075"/>
                    <a:gd name="connsiteY2" fmla="*/ 59814 h 562751"/>
                    <a:gd name="connsiteX3" fmla="*/ 5014075 w 5014075"/>
                    <a:gd name="connsiteY3" fmla="*/ 0 h 562751"/>
                    <a:gd name="connsiteX0" fmla="*/ 4963886 w 5014075"/>
                    <a:gd name="connsiteY0" fmla="*/ 507750 h 507750"/>
                    <a:gd name="connsiteX1" fmla="*/ 0 w 5014075"/>
                    <a:gd name="connsiteY1" fmla="*/ 507750 h 507750"/>
                    <a:gd name="connsiteX2" fmla="*/ 0 w 5014075"/>
                    <a:gd name="connsiteY2" fmla="*/ 4813 h 507750"/>
                    <a:gd name="connsiteX3" fmla="*/ 5014075 w 5014075"/>
                    <a:gd name="connsiteY3" fmla="*/ 0 h 507750"/>
                    <a:gd name="connsiteX0" fmla="*/ 4963886 w 4963886"/>
                    <a:gd name="connsiteY0" fmla="*/ 502937 h 502937"/>
                    <a:gd name="connsiteX1" fmla="*/ 0 w 4963886"/>
                    <a:gd name="connsiteY1" fmla="*/ 502937 h 502937"/>
                    <a:gd name="connsiteX2" fmla="*/ 0 w 4963886"/>
                    <a:gd name="connsiteY2" fmla="*/ 0 h 502937"/>
                    <a:gd name="connsiteX3" fmla="*/ 4952198 w 4963886"/>
                    <a:gd name="connsiteY3" fmla="*/ 8937 h 502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63886" h="502937">
                      <a:moveTo>
                        <a:pt x="4963886" y="502937"/>
                      </a:moveTo>
                      <a:lnTo>
                        <a:pt x="0" y="502937"/>
                      </a:lnTo>
                      <a:lnTo>
                        <a:pt x="0" y="0"/>
                      </a:lnTo>
                      <a:lnTo>
                        <a:pt x="4952198" y="8937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椭圆 72">
                  <a:extLst>
                    <a:ext uri="{FF2B5EF4-FFF2-40B4-BE49-F238E27FC236}">
                      <a16:creationId xmlns:a16="http://schemas.microsoft.com/office/drawing/2014/main" id="{13932F1D-7010-D73A-DEE3-56FA4BB4254B}"/>
                    </a:ext>
                  </a:extLst>
                </p:cNvPr>
                <p:cNvSpPr/>
                <p:nvPr/>
              </p:nvSpPr>
              <p:spPr>
                <a:xfrm>
                  <a:off x="3843229" y="758125"/>
                  <a:ext cx="391885" cy="391885"/>
                </a:xfrm>
                <a:prstGeom prst="ellipse">
                  <a:avLst/>
                </a:prstGeom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B95A46F9-85C3-7164-A041-DFB46E550B28}"/>
                  </a:ext>
                </a:extLst>
              </p:cNvPr>
              <p:cNvSpPr/>
              <p:nvPr/>
            </p:nvSpPr>
            <p:spPr>
              <a:xfrm>
                <a:off x="4351992" y="1563052"/>
                <a:ext cx="488140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/>
                  <a:t>null</a:t>
                </a:r>
                <a:endParaRPr lang="zh-CN" altLang="en-US" sz="800" dirty="0"/>
              </a:p>
            </p:txBody>
          </p:sp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FAB68048-701E-BA2D-F0C3-D6619216B0A1}"/>
                  </a:ext>
                </a:extLst>
              </p:cNvPr>
              <p:cNvSpPr/>
              <p:nvPr/>
            </p:nvSpPr>
            <p:spPr>
              <a:xfrm>
                <a:off x="4957010" y="1563052"/>
                <a:ext cx="391885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3E42AB33-84A6-6117-3489-7626E5F93E1C}"/>
                  </a:ext>
                </a:extLst>
              </p:cNvPr>
              <p:cNvSpPr/>
              <p:nvPr/>
            </p:nvSpPr>
            <p:spPr>
              <a:xfrm>
                <a:off x="5465773" y="1554453"/>
                <a:ext cx="391885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68960627-D497-4A94-A2AF-E61249720F14}"/>
                  </a:ext>
                </a:extLst>
              </p:cNvPr>
              <p:cNvSpPr/>
              <p:nvPr/>
            </p:nvSpPr>
            <p:spPr>
              <a:xfrm>
                <a:off x="5974536" y="1563052"/>
                <a:ext cx="488140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/>
                  <a:t>null</a:t>
                </a:r>
                <a:endParaRPr lang="zh-CN" altLang="en-US" sz="800" dirty="0"/>
              </a:p>
            </p:txBody>
          </p:sp>
        </p:grp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BF44DBE8-2000-00DA-6F65-32672B096FE1}"/>
                </a:ext>
              </a:extLst>
            </p:cNvPr>
            <p:cNvSpPr/>
            <p:nvPr/>
          </p:nvSpPr>
          <p:spPr>
            <a:xfrm>
              <a:off x="6579554" y="2360574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C446ABC8-46AB-9ADB-A67E-95761F4E2DD3}"/>
                </a:ext>
              </a:extLst>
            </p:cNvPr>
            <p:cNvSpPr/>
            <p:nvPr/>
          </p:nvSpPr>
          <p:spPr>
            <a:xfrm>
              <a:off x="7088317" y="2360574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A78D5F46-6995-C4CA-3550-65B818CD366D}"/>
              </a:ext>
            </a:extLst>
          </p:cNvPr>
          <p:cNvGrpSpPr/>
          <p:nvPr/>
        </p:nvGrpSpPr>
        <p:grpSpPr>
          <a:xfrm>
            <a:off x="3843229" y="5148413"/>
            <a:ext cx="4963886" cy="502937"/>
            <a:chOff x="3843229" y="2305048"/>
            <a:chExt cx="4963886" cy="502937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420073A-796C-1C9B-4598-9DFE8111E8F3}"/>
                </a:ext>
              </a:extLst>
            </p:cNvPr>
            <p:cNvGrpSpPr/>
            <p:nvPr/>
          </p:nvGrpSpPr>
          <p:grpSpPr>
            <a:xfrm>
              <a:off x="3843229" y="2305048"/>
              <a:ext cx="4963886" cy="502937"/>
              <a:chOff x="3843229" y="1507526"/>
              <a:chExt cx="4963886" cy="502937"/>
            </a:xfrm>
          </p:grpSpPr>
          <p:grpSp>
            <p:nvGrpSpPr>
              <p:cNvPr id="86" name="组合 85">
                <a:extLst>
                  <a:ext uri="{FF2B5EF4-FFF2-40B4-BE49-F238E27FC236}">
                    <a16:creationId xmlns:a16="http://schemas.microsoft.com/office/drawing/2014/main" id="{DE389580-EE63-5383-7124-4F9BC46F23F9}"/>
                  </a:ext>
                </a:extLst>
              </p:cNvPr>
              <p:cNvGrpSpPr/>
              <p:nvPr/>
            </p:nvGrpSpPr>
            <p:grpSpPr>
              <a:xfrm>
                <a:off x="3843229" y="1507526"/>
                <a:ext cx="4963886" cy="502937"/>
                <a:chOff x="3843229" y="702599"/>
                <a:chExt cx="4963886" cy="502937"/>
              </a:xfrm>
            </p:grpSpPr>
            <p:sp>
              <p:nvSpPr>
                <p:cNvPr id="91" name="矩形 38">
                  <a:extLst>
                    <a:ext uri="{FF2B5EF4-FFF2-40B4-BE49-F238E27FC236}">
                      <a16:creationId xmlns:a16="http://schemas.microsoft.com/office/drawing/2014/main" id="{85716D87-567F-63E4-B4DF-A4CE74F95CEB}"/>
                    </a:ext>
                  </a:extLst>
                </p:cNvPr>
                <p:cNvSpPr/>
                <p:nvPr/>
              </p:nvSpPr>
              <p:spPr>
                <a:xfrm>
                  <a:off x="3843229" y="702599"/>
                  <a:ext cx="4963886" cy="502937"/>
                </a:xfrm>
                <a:custGeom>
                  <a:avLst/>
                  <a:gdLst>
                    <a:gd name="connsiteX0" fmla="*/ 0 w 4963886"/>
                    <a:gd name="connsiteY0" fmla="*/ 0 h 502937"/>
                    <a:gd name="connsiteX1" fmla="*/ 4963886 w 4963886"/>
                    <a:gd name="connsiteY1" fmla="*/ 0 h 502937"/>
                    <a:gd name="connsiteX2" fmla="*/ 4963886 w 4963886"/>
                    <a:gd name="connsiteY2" fmla="*/ 502937 h 502937"/>
                    <a:gd name="connsiteX3" fmla="*/ 0 w 4963886"/>
                    <a:gd name="connsiteY3" fmla="*/ 502937 h 502937"/>
                    <a:gd name="connsiteX4" fmla="*/ 0 w 4963886"/>
                    <a:gd name="connsiteY4" fmla="*/ 0 h 502937"/>
                    <a:gd name="connsiteX0" fmla="*/ 4963886 w 5055326"/>
                    <a:gd name="connsiteY0" fmla="*/ 502937 h 502937"/>
                    <a:gd name="connsiteX1" fmla="*/ 0 w 5055326"/>
                    <a:gd name="connsiteY1" fmla="*/ 502937 h 502937"/>
                    <a:gd name="connsiteX2" fmla="*/ 0 w 5055326"/>
                    <a:gd name="connsiteY2" fmla="*/ 0 h 502937"/>
                    <a:gd name="connsiteX3" fmla="*/ 5055326 w 5055326"/>
                    <a:gd name="connsiteY3" fmla="*/ 91440 h 502937"/>
                    <a:gd name="connsiteX0" fmla="*/ 4963886 w 5014075"/>
                    <a:gd name="connsiteY0" fmla="*/ 562751 h 562751"/>
                    <a:gd name="connsiteX1" fmla="*/ 0 w 5014075"/>
                    <a:gd name="connsiteY1" fmla="*/ 562751 h 562751"/>
                    <a:gd name="connsiteX2" fmla="*/ 0 w 5014075"/>
                    <a:gd name="connsiteY2" fmla="*/ 59814 h 562751"/>
                    <a:gd name="connsiteX3" fmla="*/ 5014075 w 5014075"/>
                    <a:gd name="connsiteY3" fmla="*/ 0 h 562751"/>
                    <a:gd name="connsiteX0" fmla="*/ 4963886 w 5014075"/>
                    <a:gd name="connsiteY0" fmla="*/ 562751 h 562751"/>
                    <a:gd name="connsiteX1" fmla="*/ 0 w 5014075"/>
                    <a:gd name="connsiteY1" fmla="*/ 562751 h 562751"/>
                    <a:gd name="connsiteX2" fmla="*/ 0 w 5014075"/>
                    <a:gd name="connsiteY2" fmla="*/ 59814 h 562751"/>
                    <a:gd name="connsiteX3" fmla="*/ 5014075 w 5014075"/>
                    <a:gd name="connsiteY3" fmla="*/ 0 h 562751"/>
                    <a:gd name="connsiteX0" fmla="*/ 4963886 w 5014075"/>
                    <a:gd name="connsiteY0" fmla="*/ 507750 h 507750"/>
                    <a:gd name="connsiteX1" fmla="*/ 0 w 5014075"/>
                    <a:gd name="connsiteY1" fmla="*/ 507750 h 507750"/>
                    <a:gd name="connsiteX2" fmla="*/ 0 w 5014075"/>
                    <a:gd name="connsiteY2" fmla="*/ 4813 h 507750"/>
                    <a:gd name="connsiteX3" fmla="*/ 5014075 w 5014075"/>
                    <a:gd name="connsiteY3" fmla="*/ 0 h 507750"/>
                    <a:gd name="connsiteX0" fmla="*/ 4963886 w 4963886"/>
                    <a:gd name="connsiteY0" fmla="*/ 502937 h 502937"/>
                    <a:gd name="connsiteX1" fmla="*/ 0 w 4963886"/>
                    <a:gd name="connsiteY1" fmla="*/ 502937 h 502937"/>
                    <a:gd name="connsiteX2" fmla="*/ 0 w 4963886"/>
                    <a:gd name="connsiteY2" fmla="*/ 0 h 502937"/>
                    <a:gd name="connsiteX3" fmla="*/ 4952198 w 4963886"/>
                    <a:gd name="connsiteY3" fmla="*/ 8937 h 502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63886" h="502937">
                      <a:moveTo>
                        <a:pt x="4963886" y="502937"/>
                      </a:moveTo>
                      <a:lnTo>
                        <a:pt x="0" y="502937"/>
                      </a:lnTo>
                      <a:lnTo>
                        <a:pt x="0" y="0"/>
                      </a:lnTo>
                      <a:lnTo>
                        <a:pt x="4952198" y="8937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" name="椭圆 91">
                  <a:extLst>
                    <a:ext uri="{FF2B5EF4-FFF2-40B4-BE49-F238E27FC236}">
                      <a16:creationId xmlns:a16="http://schemas.microsoft.com/office/drawing/2014/main" id="{15D2395B-9975-8914-3674-07914D643E74}"/>
                    </a:ext>
                  </a:extLst>
                </p:cNvPr>
                <p:cNvSpPr/>
                <p:nvPr/>
              </p:nvSpPr>
              <p:spPr>
                <a:xfrm>
                  <a:off x="3843229" y="758125"/>
                  <a:ext cx="391885" cy="391885"/>
                </a:xfrm>
                <a:prstGeom prst="ellipse">
                  <a:avLst/>
                </a:prstGeom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FACBFC3C-709E-3145-B7C6-6568DDCE1B04}"/>
                  </a:ext>
                </a:extLst>
              </p:cNvPr>
              <p:cNvSpPr/>
              <p:nvPr/>
            </p:nvSpPr>
            <p:spPr>
              <a:xfrm>
                <a:off x="4351992" y="1563052"/>
                <a:ext cx="488140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/>
                  <a:t>null</a:t>
                </a:r>
                <a:endParaRPr lang="zh-CN" altLang="en-US" sz="800" dirty="0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B10EAB9A-A7B8-CD1A-7A4F-5F70E6DF7940}"/>
                  </a:ext>
                </a:extLst>
              </p:cNvPr>
              <p:cNvSpPr/>
              <p:nvPr/>
            </p:nvSpPr>
            <p:spPr>
              <a:xfrm>
                <a:off x="4957010" y="1563052"/>
                <a:ext cx="391885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28BA068B-45C0-A7AA-668C-4E2451796B84}"/>
                  </a:ext>
                </a:extLst>
              </p:cNvPr>
              <p:cNvSpPr/>
              <p:nvPr/>
            </p:nvSpPr>
            <p:spPr>
              <a:xfrm>
                <a:off x="5465773" y="1554453"/>
                <a:ext cx="391885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CBEDF3C6-3EAD-D425-8F4F-EAD6196FD2A2}"/>
                  </a:ext>
                </a:extLst>
              </p:cNvPr>
              <p:cNvSpPr/>
              <p:nvPr/>
            </p:nvSpPr>
            <p:spPr>
              <a:xfrm>
                <a:off x="5974536" y="1563052"/>
                <a:ext cx="488140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/>
                  <a:t>null</a:t>
                </a:r>
                <a:endParaRPr lang="zh-CN" altLang="en-US" sz="800" dirty="0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9F1B65D6-35D5-520A-EEDD-2696C332B9A3}"/>
                  </a:ext>
                </a:extLst>
              </p:cNvPr>
              <p:cNvSpPr/>
              <p:nvPr/>
            </p:nvSpPr>
            <p:spPr>
              <a:xfrm>
                <a:off x="7597080" y="1554452"/>
                <a:ext cx="488140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/>
                  <a:t>null</a:t>
                </a:r>
                <a:endParaRPr lang="zh-CN" altLang="en-US" sz="800" dirty="0"/>
              </a:p>
            </p:txBody>
          </p:sp>
        </p:grp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A4A7293B-F394-15DD-EC3B-C76643BC9704}"/>
                </a:ext>
              </a:extLst>
            </p:cNvPr>
            <p:cNvSpPr/>
            <p:nvPr/>
          </p:nvSpPr>
          <p:spPr>
            <a:xfrm>
              <a:off x="6579554" y="2360574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01127528-1F48-444A-8008-F7EDD63ED01A}"/>
                </a:ext>
              </a:extLst>
            </p:cNvPr>
            <p:cNvSpPr/>
            <p:nvPr/>
          </p:nvSpPr>
          <p:spPr>
            <a:xfrm>
              <a:off x="7088317" y="2360574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95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5344ECC2-6CCF-6707-AD7B-4F7AE8354E17}"/>
              </a:ext>
            </a:extLst>
          </p:cNvPr>
          <p:cNvSpPr/>
          <p:nvPr/>
        </p:nvSpPr>
        <p:spPr>
          <a:xfrm>
            <a:off x="1615670" y="2012133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4773938-86FA-2BC2-30B0-CE0E9E133149}"/>
              </a:ext>
            </a:extLst>
          </p:cNvPr>
          <p:cNvSpPr/>
          <p:nvPr/>
        </p:nvSpPr>
        <p:spPr>
          <a:xfrm>
            <a:off x="852524" y="2740900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1D46D23-C104-AFE0-50D0-626D7F2F3E38}"/>
              </a:ext>
            </a:extLst>
          </p:cNvPr>
          <p:cNvSpPr/>
          <p:nvPr/>
        </p:nvSpPr>
        <p:spPr>
          <a:xfrm>
            <a:off x="2488821" y="2740899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2E7F53F-FCDE-2DBA-0DFE-D64BF0BA36CF}"/>
              </a:ext>
            </a:extLst>
          </p:cNvPr>
          <p:cNvSpPr/>
          <p:nvPr/>
        </p:nvSpPr>
        <p:spPr>
          <a:xfrm>
            <a:off x="137506" y="3418105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780DE06-8B6B-8002-1FC5-AF4D3C160DEF}"/>
              </a:ext>
            </a:extLst>
          </p:cNvPr>
          <p:cNvSpPr/>
          <p:nvPr/>
        </p:nvSpPr>
        <p:spPr>
          <a:xfrm>
            <a:off x="1615669" y="3418105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3C4116-CC45-CCF1-DA27-BCFE440FC491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1187019" y="2346627"/>
            <a:ext cx="486041" cy="4516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4A8572B-9FF2-A351-4CC3-E075577B454B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472001" y="3075394"/>
            <a:ext cx="437913" cy="4001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880C4B6-067D-C875-3C50-8D4BD134329A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1187018" y="3075394"/>
            <a:ext cx="486040" cy="4001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88EE78D-708D-EBD0-A2E6-8ECF0BB1128B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1950164" y="2346628"/>
            <a:ext cx="596046" cy="45166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E7B0795-832D-42BD-66A2-ED8EBDDA9DE8}"/>
              </a:ext>
            </a:extLst>
          </p:cNvPr>
          <p:cNvGrpSpPr/>
          <p:nvPr/>
        </p:nvGrpSpPr>
        <p:grpSpPr>
          <a:xfrm>
            <a:off x="3843229" y="2152549"/>
            <a:ext cx="4963886" cy="502937"/>
            <a:chOff x="3843229" y="702599"/>
            <a:chExt cx="4963886" cy="502937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751719B7-AC95-AED7-43E3-DC3A2B4F56E0}"/>
                </a:ext>
              </a:extLst>
            </p:cNvPr>
            <p:cNvSpPr/>
            <p:nvPr/>
          </p:nvSpPr>
          <p:spPr>
            <a:xfrm>
              <a:off x="3843229" y="702599"/>
              <a:ext cx="4963886" cy="502937"/>
            </a:xfrm>
            <a:custGeom>
              <a:avLst/>
              <a:gdLst>
                <a:gd name="connsiteX0" fmla="*/ 0 w 4963886"/>
                <a:gd name="connsiteY0" fmla="*/ 0 h 502937"/>
                <a:gd name="connsiteX1" fmla="*/ 4963886 w 4963886"/>
                <a:gd name="connsiteY1" fmla="*/ 0 h 502937"/>
                <a:gd name="connsiteX2" fmla="*/ 4963886 w 4963886"/>
                <a:gd name="connsiteY2" fmla="*/ 502937 h 502937"/>
                <a:gd name="connsiteX3" fmla="*/ 0 w 4963886"/>
                <a:gd name="connsiteY3" fmla="*/ 502937 h 502937"/>
                <a:gd name="connsiteX4" fmla="*/ 0 w 4963886"/>
                <a:gd name="connsiteY4" fmla="*/ 0 h 502937"/>
                <a:gd name="connsiteX0" fmla="*/ 4963886 w 5055326"/>
                <a:gd name="connsiteY0" fmla="*/ 502937 h 502937"/>
                <a:gd name="connsiteX1" fmla="*/ 0 w 5055326"/>
                <a:gd name="connsiteY1" fmla="*/ 502937 h 502937"/>
                <a:gd name="connsiteX2" fmla="*/ 0 w 5055326"/>
                <a:gd name="connsiteY2" fmla="*/ 0 h 502937"/>
                <a:gd name="connsiteX3" fmla="*/ 5055326 w 5055326"/>
                <a:gd name="connsiteY3" fmla="*/ 91440 h 502937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07750 h 507750"/>
                <a:gd name="connsiteX1" fmla="*/ 0 w 5014075"/>
                <a:gd name="connsiteY1" fmla="*/ 507750 h 507750"/>
                <a:gd name="connsiteX2" fmla="*/ 0 w 5014075"/>
                <a:gd name="connsiteY2" fmla="*/ 4813 h 507750"/>
                <a:gd name="connsiteX3" fmla="*/ 5014075 w 5014075"/>
                <a:gd name="connsiteY3" fmla="*/ 0 h 507750"/>
                <a:gd name="connsiteX0" fmla="*/ 4963886 w 4963886"/>
                <a:gd name="connsiteY0" fmla="*/ 502937 h 502937"/>
                <a:gd name="connsiteX1" fmla="*/ 0 w 4963886"/>
                <a:gd name="connsiteY1" fmla="*/ 502937 h 502937"/>
                <a:gd name="connsiteX2" fmla="*/ 0 w 4963886"/>
                <a:gd name="connsiteY2" fmla="*/ 0 h 502937"/>
                <a:gd name="connsiteX3" fmla="*/ 4952198 w 4963886"/>
                <a:gd name="connsiteY3" fmla="*/ 8937 h 50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3886" h="502937">
                  <a:moveTo>
                    <a:pt x="4963886" y="502937"/>
                  </a:moveTo>
                  <a:lnTo>
                    <a:pt x="0" y="502937"/>
                  </a:lnTo>
                  <a:lnTo>
                    <a:pt x="0" y="0"/>
                  </a:lnTo>
                  <a:lnTo>
                    <a:pt x="4952198" y="8937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998EDA06-B4A1-F065-104A-7956A9B1E6DE}"/>
                </a:ext>
              </a:extLst>
            </p:cNvPr>
            <p:cNvSpPr/>
            <p:nvPr/>
          </p:nvSpPr>
          <p:spPr>
            <a:xfrm>
              <a:off x="3843229" y="758125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741A56C-A84D-FEC2-4834-134ED6558015}"/>
              </a:ext>
            </a:extLst>
          </p:cNvPr>
          <p:cNvGrpSpPr/>
          <p:nvPr/>
        </p:nvGrpSpPr>
        <p:grpSpPr>
          <a:xfrm>
            <a:off x="3843229" y="3065884"/>
            <a:ext cx="4963886" cy="502937"/>
            <a:chOff x="3843229" y="702599"/>
            <a:chExt cx="4963886" cy="502937"/>
          </a:xfrm>
        </p:grpSpPr>
        <p:sp>
          <p:nvSpPr>
            <p:cNvPr id="49" name="矩形 38">
              <a:extLst>
                <a:ext uri="{FF2B5EF4-FFF2-40B4-BE49-F238E27FC236}">
                  <a16:creationId xmlns:a16="http://schemas.microsoft.com/office/drawing/2014/main" id="{23A3C15B-A174-51D7-AF2E-B8126C2C7681}"/>
                </a:ext>
              </a:extLst>
            </p:cNvPr>
            <p:cNvSpPr/>
            <p:nvPr/>
          </p:nvSpPr>
          <p:spPr>
            <a:xfrm>
              <a:off x="3843229" y="702599"/>
              <a:ext cx="4963886" cy="502937"/>
            </a:xfrm>
            <a:custGeom>
              <a:avLst/>
              <a:gdLst>
                <a:gd name="connsiteX0" fmla="*/ 0 w 4963886"/>
                <a:gd name="connsiteY0" fmla="*/ 0 h 502937"/>
                <a:gd name="connsiteX1" fmla="*/ 4963886 w 4963886"/>
                <a:gd name="connsiteY1" fmla="*/ 0 h 502937"/>
                <a:gd name="connsiteX2" fmla="*/ 4963886 w 4963886"/>
                <a:gd name="connsiteY2" fmla="*/ 502937 h 502937"/>
                <a:gd name="connsiteX3" fmla="*/ 0 w 4963886"/>
                <a:gd name="connsiteY3" fmla="*/ 502937 h 502937"/>
                <a:gd name="connsiteX4" fmla="*/ 0 w 4963886"/>
                <a:gd name="connsiteY4" fmla="*/ 0 h 502937"/>
                <a:gd name="connsiteX0" fmla="*/ 4963886 w 5055326"/>
                <a:gd name="connsiteY0" fmla="*/ 502937 h 502937"/>
                <a:gd name="connsiteX1" fmla="*/ 0 w 5055326"/>
                <a:gd name="connsiteY1" fmla="*/ 502937 h 502937"/>
                <a:gd name="connsiteX2" fmla="*/ 0 w 5055326"/>
                <a:gd name="connsiteY2" fmla="*/ 0 h 502937"/>
                <a:gd name="connsiteX3" fmla="*/ 5055326 w 5055326"/>
                <a:gd name="connsiteY3" fmla="*/ 91440 h 502937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07750 h 507750"/>
                <a:gd name="connsiteX1" fmla="*/ 0 w 5014075"/>
                <a:gd name="connsiteY1" fmla="*/ 507750 h 507750"/>
                <a:gd name="connsiteX2" fmla="*/ 0 w 5014075"/>
                <a:gd name="connsiteY2" fmla="*/ 4813 h 507750"/>
                <a:gd name="connsiteX3" fmla="*/ 5014075 w 5014075"/>
                <a:gd name="connsiteY3" fmla="*/ 0 h 507750"/>
                <a:gd name="connsiteX0" fmla="*/ 4963886 w 4963886"/>
                <a:gd name="connsiteY0" fmla="*/ 502937 h 502937"/>
                <a:gd name="connsiteX1" fmla="*/ 0 w 4963886"/>
                <a:gd name="connsiteY1" fmla="*/ 502937 h 502937"/>
                <a:gd name="connsiteX2" fmla="*/ 0 w 4963886"/>
                <a:gd name="connsiteY2" fmla="*/ 0 h 502937"/>
                <a:gd name="connsiteX3" fmla="*/ 4952198 w 4963886"/>
                <a:gd name="connsiteY3" fmla="*/ 8937 h 50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3886" h="502937">
                  <a:moveTo>
                    <a:pt x="4963886" y="502937"/>
                  </a:moveTo>
                  <a:lnTo>
                    <a:pt x="0" y="502937"/>
                  </a:lnTo>
                  <a:lnTo>
                    <a:pt x="0" y="0"/>
                  </a:lnTo>
                  <a:lnTo>
                    <a:pt x="4952198" y="8937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AD86B70E-AB2D-D995-DBFB-B1AC3F982AC7}"/>
                </a:ext>
              </a:extLst>
            </p:cNvPr>
            <p:cNvSpPr/>
            <p:nvPr/>
          </p:nvSpPr>
          <p:spPr>
            <a:xfrm>
              <a:off x="3843229" y="758125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A9A42862-FC63-3914-8F2F-2ADC17EDD563}"/>
              </a:ext>
            </a:extLst>
          </p:cNvPr>
          <p:cNvSpPr txBox="1"/>
          <p:nvPr/>
        </p:nvSpPr>
        <p:spPr>
          <a:xfrm>
            <a:off x="9510314" y="2161961"/>
            <a:ext cx="2194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traversal1</a:t>
            </a: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2AD73CB-3F04-A02D-97F1-7BBE2999FAB5}"/>
              </a:ext>
            </a:extLst>
          </p:cNvPr>
          <p:cNvSpPr/>
          <p:nvPr/>
        </p:nvSpPr>
        <p:spPr>
          <a:xfrm>
            <a:off x="4366151" y="3132784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4BDC81-A831-FD90-6A45-D8C5645F2398}"/>
              </a:ext>
            </a:extLst>
          </p:cNvPr>
          <p:cNvSpPr txBox="1"/>
          <p:nvPr/>
        </p:nvSpPr>
        <p:spPr>
          <a:xfrm>
            <a:off x="9473033" y="3155336"/>
            <a:ext cx="2581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99EF73E-1D13-B9B4-4F07-1F288067F8FC}"/>
              </a:ext>
            </a:extLst>
          </p:cNvPr>
          <p:cNvSpPr txBox="1"/>
          <p:nvPr/>
        </p:nvSpPr>
        <p:spPr>
          <a:xfrm>
            <a:off x="9473033" y="4122586"/>
            <a:ext cx="2581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3</a:t>
            </a:r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576C40A-A55A-5EC9-7E78-349C86134AC7}"/>
              </a:ext>
            </a:extLst>
          </p:cNvPr>
          <p:cNvGrpSpPr/>
          <p:nvPr/>
        </p:nvGrpSpPr>
        <p:grpSpPr>
          <a:xfrm>
            <a:off x="3843229" y="4058911"/>
            <a:ext cx="4963886" cy="502937"/>
            <a:chOff x="3843229" y="702599"/>
            <a:chExt cx="4963886" cy="502937"/>
          </a:xfrm>
        </p:grpSpPr>
        <p:sp>
          <p:nvSpPr>
            <p:cNvPr id="22" name="矩形 38">
              <a:extLst>
                <a:ext uri="{FF2B5EF4-FFF2-40B4-BE49-F238E27FC236}">
                  <a16:creationId xmlns:a16="http://schemas.microsoft.com/office/drawing/2014/main" id="{1BBB8595-91FB-8F12-6931-C82943C3FF65}"/>
                </a:ext>
              </a:extLst>
            </p:cNvPr>
            <p:cNvSpPr/>
            <p:nvPr/>
          </p:nvSpPr>
          <p:spPr>
            <a:xfrm>
              <a:off x="3843229" y="702599"/>
              <a:ext cx="4963886" cy="502937"/>
            </a:xfrm>
            <a:custGeom>
              <a:avLst/>
              <a:gdLst>
                <a:gd name="connsiteX0" fmla="*/ 0 w 4963886"/>
                <a:gd name="connsiteY0" fmla="*/ 0 h 502937"/>
                <a:gd name="connsiteX1" fmla="*/ 4963886 w 4963886"/>
                <a:gd name="connsiteY1" fmla="*/ 0 h 502937"/>
                <a:gd name="connsiteX2" fmla="*/ 4963886 w 4963886"/>
                <a:gd name="connsiteY2" fmla="*/ 502937 h 502937"/>
                <a:gd name="connsiteX3" fmla="*/ 0 w 4963886"/>
                <a:gd name="connsiteY3" fmla="*/ 502937 h 502937"/>
                <a:gd name="connsiteX4" fmla="*/ 0 w 4963886"/>
                <a:gd name="connsiteY4" fmla="*/ 0 h 502937"/>
                <a:gd name="connsiteX0" fmla="*/ 4963886 w 5055326"/>
                <a:gd name="connsiteY0" fmla="*/ 502937 h 502937"/>
                <a:gd name="connsiteX1" fmla="*/ 0 w 5055326"/>
                <a:gd name="connsiteY1" fmla="*/ 502937 h 502937"/>
                <a:gd name="connsiteX2" fmla="*/ 0 w 5055326"/>
                <a:gd name="connsiteY2" fmla="*/ 0 h 502937"/>
                <a:gd name="connsiteX3" fmla="*/ 5055326 w 5055326"/>
                <a:gd name="connsiteY3" fmla="*/ 91440 h 502937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07750 h 507750"/>
                <a:gd name="connsiteX1" fmla="*/ 0 w 5014075"/>
                <a:gd name="connsiteY1" fmla="*/ 507750 h 507750"/>
                <a:gd name="connsiteX2" fmla="*/ 0 w 5014075"/>
                <a:gd name="connsiteY2" fmla="*/ 4813 h 507750"/>
                <a:gd name="connsiteX3" fmla="*/ 5014075 w 5014075"/>
                <a:gd name="connsiteY3" fmla="*/ 0 h 507750"/>
                <a:gd name="connsiteX0" fmla="*/ 4963886 w 4963886"/>
                <a:gd name="connsiteY0" fmla="*/ 502937 h 502937"/>
                <a:gd name="connsiteX1" fmla="*/ 0 w 4963886"/>
                <a:gd name="connsiteY1" fmla="*/ 502937 h 502937"/>
                <a:gd name="connsiteX2" fmla="*/ 0 w 4963886"/>
                <a:gd name="connsiteY2" fmla="*/ 0 h 502937"/>
                <a:gd name="connsiteX3" fmla="*/ 4952198 w 4963886"/>
                <a:gd name="connsiteY3" fmla="*/ 8937 h 50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3886" h="502937">
                  <a:moveTo>
                    <a:pt x="4963886" y="502937"/>
                  </a:moveTo>
                  <a:lnTo>
                    <a:pt x="0" y="502937"/>
                  </a:lnTo>
                  <a:lnTo>
                    <a:pt x="0" y="0"/>
                  </a:lnTo>
                  <a:lnTo>
                    <a:pt x="4952198" y="8937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A0BB1FAD-2CE4-15E2-89BF-6B6E1FF9FD2A}"/>
                </a:ext>
              </a:extLst>
            </p:cNvPr>
            <p:cNvSpPr/>
            <p:nvPr/>
          </p:nvSpPr>
          <p:spPr>
            <a:xfrm>
              <a:off x="3843229" y="758125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</p:grpSp>
      <p:sp>
        <p:nvSpPr>
          <p:cNvPr id="25" name="椭圆 24">
            <a:extLst>
              <a:ext uri="{FF2B5EF4-FFF2-40B4-BE49-F238E27FC236}">
                <a16:creationId xmlns:a16="http://schemas.microsoft.com/office/drawing/2014/main" id="{A3943940-35F4-98D7-2E84-60E3ABCF27E5}"/>
              </a:ext>
            </a:extLst>
          </p:cNvPr>
          <p:cNvSpPr/>
          <p:nvPr/>
        </p:nvSpPr>
        <p:spPr>
          <a:xfrm>
            <a:off x="4424521" y="4111311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9619BF20-A8D6-76A9-049F-63150EECA75E}"/>
              </a:ext>
            </a:extLst>
          </p:cNvPr>
          <p:cNvSpPr/>
          <p:nvPr/>
        </p:nvSpPr>
        <p:spPr>
          <a:xfrm>
            <a:off x="5005813" y="4111311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3681B48-2C19-1C54-3E33-E06AF776B2F2}"/>
              </a:ext>
            </a:extLst>
          </p:cNvPr>
          <p:cNvSpPr txBox="1"/>
          <p:nvPr/>
        </p:nvSpPr>
        <p:spPr>
          <a:xfrm>
            <a:off x="5552054" y="4824352"/>
            <a:ext cx="5814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4  </a:t>
            </a:r>
            <a:r>
              <a:rPr lang="zh-CN" altLang="en-US" dirty="0"/>
              <a:t>此时为空 返回到 </a:t>
            </a:r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3</a:t>
            </a:r>
            <a:endParaRPr lang="zh-CN" altLang="en-US" dirty="0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D873C1A-24A1-9A45-3AF4-224F70C786F0}"/>
              </a:ext>
            </a:extLst>
          </p:cNvPr>
          <p:cNvGrpSpPr/>
          <p:nvPr/>
        </p:nvGrpSpPr>
        <p:grpSpPr>
          <a:xfrm>
            <a:off x="398762" y="4768827"/>
            <a:ext cx="4963886" cy="502937"/>
            <a:chOff x="3843229" y="2823335"/>
            <a:chExt cx="4963886" cy="502937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C60D485D-0A86-6EDF-E11D-722D552BBF22}"/>
                </a:ext>
              </a:extLst>
            </p:cNvPr>
            <p:cNvGrpSpPr/>
            <p:nvPr/>
          </p:nvGrpSpPr>
          <p:grpSpPr>
            <a:xfrm>
              <a:off x="3843229" y="2823335"/>
              <a:ext cx="4963886" cy="502937"/>
              <a:chOff x="3843229" y="702599"/>
              <a:chExt cx="4963886" cy="502937"/>
            </a:xfrm>
          </p:grpSpPr>
          <p:sp>
            <p:nvSpPr>
              <p:cNvPr id="30" name="矩形 38">
                <a:extLst>
                  <a:ext uri="{FF2B5EF4-FFF2-40B4-BE49-F238E27FC236}">
                    <a16:creationId xmlns:a16="http://schemas.microsoft.com/office/drawing/2014/main" id="{37BD0427-0C3B-537B-05E9-788D99B3677B}"/>
                  </a:ext>
                </a:extLst>
              </p:cNvPr>
              <p:cNvSpPr/>
              <p:nvPr/>
            </p:nvSpPr>
            <p:spPr>
              <a:xfrm>
                <a:off x="3843229" y="702599"/>
                <a:ext cx="4963886" cy="502937"/>
              </a:xfrm>
              <a:custGeom>
                <a:avLst/>
                <a:gdLst>
                  <a:gd name="connsiteX0" fmla="*/ 0 w 4963886"/>
                  <a:gd name="connsiteY0" fmla="*/ 0 h 502937"/>
                  <a:gd name="connsiteX1" fmla="*/ 4963886 w 4963886"/>
                  <a:gd name="connsiteY1" fmla="*/ 0 h 502937"/>
                  <a:gd name="connsiteX2" fmla="*/ 4963886 w 4963886"/>
                  <a:gd name="connsiteY2" fmla="*/ 502937 h 502937"/>
                  <a:gd name="connsiteX3" fmla="*/ 0 w 4963886"/>
                  <a:gd name="connsiteY3" fmla="*/ 502937 h 502937"/>
                  <a:gd name="connsiteX4" fmla="*/ 0 w 4963886"/>
                  <a:gd name="connsiteY4" fmla="*/ 0 h 502937"/>
                  <a:gd name="connsiteX0" fmla="*/ 4963886 w 5055326"/>
                  <a:gd name="connsiteY0" fmla="*/ 502937 h 502937"/>
                  <a:gd name="connsiteX1" fmla="*/ 0 w 5055326"/>
                  <a:gd name="connsiteY1" fmla="*/ 502937 h 502937"/>
                  <a:gd name="connsiteX2" fmla="*/ 0 w 5055326"/>
                  <a:gd name="connsiteY2" fmla="*/ 0 h 502937"/>
                  <a:gd name="connsiteX3" fmla="*/ 5055326 w 5055326"/>
                  <a:gd name="connsiteY3" fmla="*/ 91440 h 502937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07750 h 507750"/>
                  <a:gd name="connsiteX1" fmla="*/ 0 w 5014075"/>
                  <a:gd name="connsiteY1" fmla="*/ 507750 h 507750"/>
                  <a:gd name="connsiteX2" fmla="*/ 0 w 5014075"/>
                  <a:gd name="connsiteY2" fmla="*/ 4813 h 507750"/>
                  <a:gd name="connsiteX3" fmla="*/ 5014075 w 5014075"/>
                  <a:gd name="connsiteY3" fmla="*/ 0 h 507750"/>
                  <a:gd name="connsiteX0" fmla="*/ 4963886 w 4963886"/>
                  <a:gd name="connsiteY0" fmla="*/ 502937 h 502937"/>
                  <a:gd name="connsiteX1" fmla="*/ 0 w 4963886"/>
                  <a:gd name="connsiteY1" fmla="*/ 502937 h 502937"/>
                  <a:gd name="connsiteX2" fmla="*/ 0 w 4963886"/>
                  <a:gd name="connsiteY2" fmla="*/ 0 h 502937"/>
                  <a:gd name="connsiteX3" fmla="*/ 4952198 w 4963886"/>
                  <a:gd name="connsiteY3" fmla="*/ 8937 h 502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63886" h="502937">
                    <a:moveTo>
                      <a:pt x="4963886" y="502937"/>
                    </a:moveTo>
                    <a:lnTo>
                      <a:pt x="0" y="502937"/>
                    </a:lnTo>
                    <a:lnTo>
                      <a:pt x="0" y="0"/>
                    </a:lnTo>
                    <a:lnTo>
                      <a:pt x="4952198" y="8937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0B7B9557-CDDB-C23B-6DF5-6B8F54AD2A26}"/>
                  </a:ext>
                </a:extLst>
              </p:cNvPr>
              <p:cNvSpPr/>
              <p:nvPr/>
            </p:nvSpPr>
            <p:spPr>
              <a:xfrm>
                <a:off x="3843229" y="758125"/>
                <a:ext cx="391885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</p:grp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D0E975C2-8A4D-0BCB-1337-E300926C635D}"/>
                </a:ext>
              </a:extLst>
            </p:cNvPr>
            <p:cNvSpPr/>
            <p:nvPr/>
          </p:nvSpPr>
          <p:spPr>
            <a:xfrm>
              <a:off x="4424519" y="2878861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C820BF37-B4D8-1F09-75B1-5E900EECCD41}"/>
                </a:ext>
              </a:extLst>
            </p:cNvPr>
            <p:cNvSpPr/>
            <p:nvPr/>
          </p:nvSpPr>
          <p:spPr>
            <a:xfrm>
              <a:off x="5090437" y="2878861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C047C93F-AD88-2285-DA7A-BB130F42C3AC}"/>
              </a:ext>
            </a:extLst>
          </p:cNvPr>
          <p:cNvSpPr txBox="1"/>
          <p:nvPr/>
        </p:nvSpPr>
        <p:spPr>
          <a:xfrm>
            <a:off x="5627556" y="5538768"/>
            <a:ext cx="6387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3 </a:t>
            </a:r>
            <a:r>
              <a:rPr lang="zh-CN" altLang="en-US" dirty="0"/>
              <a:t>语句进入</a:t>
            </a:r>
            <a:r>
              <a:rPr lang="en-US" altLang="zh-CN" dirty="0">
                <a:solidFill>
                  <a:srgbClr val="795E2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traversal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cur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right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,target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zh-CN" altLang="en-US" dirty="0"/>
              <a:t>此时开始 </a:t>
            </a:r>
            <a:r>
              <a:rPr lang="en-US" altLang="zh-CN" dirty="0"/>
              <a:t>Traversal </a:t>
            </a:r>
            <a:r>
              <a:rPr lang="zh-CN" altLang="en-US" dirty="0"/>
              <a:t>右 </a:t>
            </a:r>
            <a:r>
              <a:rPr lang="en-US" altLang="zh-CN" dirty="0"/>
              <a:t>4  </a:t>
            </a:r>
            <a:r>
              <a:rPr lang="zh-CN" altLang="en-US" dirty="0"/>
              <a:t>此时也为空，返回</a:t>
            </a:r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3</a:t>
            </a:r>
            <a:endParaRPr lang="zh-CN" altLang="en-US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668383D-0D0C-3572-B3FB-D7EE862A16AB}"/>
              </a:ext>
            </a:extLst>
          </p:cNvPr>
          <p:cNvGrpSpPr/>
          <p:nvPr/>
        </p:nvGrpSpPr>
        <p:grpSpPr>
          <a:xfrm>
            <a:off x="398762" y="5682162"/>
            <a:ext cx="4963886" cy="502937"/>
            <a:chOff x="3843229" y="3655754"/>
            <a:chExt cx="4963886" cy="502937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F4D2D42-4E82-BFD7-C1E2-36032B521585}"/>
                </a:ext>
              </a:extLst>
            </p:cNvPr>
            <p:cNvGrpSpPr/>
            <p:nvPr/>
          </p:nvGrpSpPr>
          <p:grpSpPr>
            <a:xfrm>
              <a:off x="3843229" y="3655754"/>
              <a:ext cx="4963886" cy="502937"/>
              <a:chOff x="3843229" y="702599"/>
              <a:chExt cx="4963886" cy="502937"/>
            </a:xfrm>
          </p:grpSpPr>
          <p:sp>
            <p:nvSpPr>
              <p:cNvPr id="36" name="矩形 38">
                <a:extLst>
                  <a:ext uri="{FF2B5EF4-FFF2-40B4-BE49-F238E27FC236}">
                    <a16:creationId xmlns:a16="http://schemas.microsoft.com/office/drawing/2014/main" id="{03C04686-0904-9C55-5A04-9FB2871A84AD}"/>
                  </a:ext>
                </a:extLst>
              </p:cNvPr>
              <p:cNvSpPr/>
              <p:nvPr/>
            </p:nvSpPr>
            <p:spPr>
              <a:xfrm>
                <a:off x="3843229" y="702599"/>
                <a:ext cx="4963886" cy="502937"/>
              </a:xfrm>
              <a:custGeom>
                <a:avLst/>
                <a:gdLst>
                  <a:gd name="connsiteX0" fmla="*/ 0 w 4963886"/>
                  <a:gd name="connsiteY0" fmla="*/ 0 h 502937"/>
                  <a:gd name="connsiteX1" fmla="*/ 4963886 w 4963886"/>
                  <a:gd name="connsiteY1" fmla="*/ 0 h 502937"/>
                  <a:gd name="connsiteX2" fmla="*/ 4963886 w 4963886"/>
                  <a:gd name="connsiteY2" fmla="*/ 502937 h 502937"/>
                  <a:gd name="connsiteX3" fmla="*/ 0 w 4963886"/>
                  <a:gd name="connsiteY3" fmla="*/ 502937 h 502937"/>
                  <a:gd name="connsiteX4" fmla="*/ 0 w 4963886"/>
                  <a:gd name="connsiteY4" fmla="*/ 0 h 502937"/>
                  <a:gd name="connsiteX0" fmla="*/ 4963886 w 5055326"/>
                  <a:gd name="connsiteY0" fmla="*/ 502937 h 502937"/>
                  <a:gd name="connsiteX1" fmla="*/ 0 w 5055326"/>
                  <a:gd name="connsiteY1" fmla="*/ 502937 h 502937"/>
                  <a:gd name="connsiteX2" fmla="*/ 0 w 5055326"/>
                  <a:gd name="connsiteY2" fmla="*/ 0 h 502937"/>
                  <a:gd name="connsiteX3" fmla="*/ 5055326 w 5055326"/>
                  <a:gd name="connsiteY3" fmla="*/ 91440 h 502937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07750 h 507750"/>
                  <a:gd name="connsiteX1" fmla="*/ 0 w 5014075"/>
                  <a:gd name="connsiteY1" fmla="*/ 507750 h 507750"/>
                  <a:gd name="connsiteX2" fmla="*/ 0 w 5014075"/>
                  <a:gd name="connsiteY2" fmla="*/ 4813 h 507750"/>
                  <a:gd name="connsiteX3" fmla="*/ 5014075 w 5014075"/>
                  <a:gd name="connsiteY3" fmla="*/ 0 h 507750"/>
                  <a:gd name="connsiteX0" fmla="*/ 4963886 w 4963886"/>
                  <a:gd name="connsiteY0" fmla="*/ 502937 h 502937"/>
                  <a:gd name="connsiteX1" fmla="*/ 0 w 4963886"/>
                  <a:gd name="connsiteY1" fmla="*/ 502937 h 502937"/>
                  <a:gd name="connsiteX2" fmla="*/ 0 w 4963886"/>
                  <a:gd name="connsiteY2" fmla="*/ 0 h 502937"/>
                  <a:gd name="connsiteX3" fmla="*/ 4952198 w 4963886"/>
                  <a:gd name="connsiteY3" fmla="*/ 8937 h 502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63886" h="502937">
                    <a:moveTo>
                      <a:pt x="4963886" y="502937"/>
                    </a:moveTo>
                    <a:lnTo>
                      <a:pt x="0" y="502937"/>
                    </a:lnTo>
                    <a:lnTo>
                      <a:pt x="0" y="0"/>
                    </a:lnTo>
                    <a:lnTo>
                      <a:pt x="4952198" y="8937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7CF1E9B8-2035-DD1B-F60D-757335901C79}"/>
                  </a:ext>
                </a:extLst>
              </p:cNvPr>
              <p:cNvSpPr/>
              <p:nvPr/>
            </p:nvSpPr>
            <p:spPr>
              <a:xfrm>
                <a:off x="3843229" y="758125"/>
                <a:ext cx="391885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</p:grp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F744F3A5-2D0E-F5C1-7973-644455D6DEE4}"/>
                </a:ext>
              </a:extLst>
            </p:cNvPr>
            <p:cNvSpPr/>
            <p:nvPr/>
          </p:nvSpPr>
          <p:spPr>
            <a:xfrm>
              <a:off x="4424519" y="371128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C7E516BD-B847-A2B0-F2F6-6F24DEA15A95}"/>
                </a:ext>
              </a:extLst>
            </p:cNvPr>
            <p:cNvSpPr/>
            <p:nvPr/>
          </p:nvSpPr>
          <p:spPr>
            <a:xfrm>
              <a:off x="5081311" y="3715741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4D4C892B-2213-EC04-2A55-69C7DF05E74B}"/>
              </a:ext>
            </a:extLst>
          </p:cNvPr>
          <p:cNvGrpSpPr/>
          <p:nvPr/>
        </p:nvGrpSpPr>
        <p:grpSpPr>
          <a:xfrm>
            <a:off x="352204" y="6783036"/>
            <a:ext cx="4963886" cy="502937"/>
            <a:chOff x="3843229" y="3655754"/>
            <a:chExt cx="4963886" cy="502937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CEB62B2F-5F7A-35AB-B47B-B9E24179467F}"/>
                </a:ext>
              </a:extLst>
            </p:cNvPr>
            <p:cNvGrpSpPr/>
            <p:nvPr/>
          </p:nvGrpSpPr>
          <p:grpSpPr>
            <a:xfrm>
              <a:off x="3843229" y="3655754"/>
              <a:ext cx="4963886" cy="502937"/>
              <a:chOff x="3843229" y="702599"/>
              <a:chExt cx="4963886" cy="502937"/>
            </a:xfrm>
          </p:grpSpPr>
          <p:sp>
            <p:nvSpPr>
              <p:cNvPr id="54" name="矩形 38">
                <a:extLst>
                  <a:ext uri="{FF2B5EF4-FFF2-40B4-BE49-F238E27FC236}">
                    <a16:creationId xmlns:a16="http://schemas.microsoft.com/office/drawing/2014/main" id="{D01EAEE4-C98A-D45B-17C0-03F15C9E8DF4}"/>
                  </a:ext>
                </a:extLst>
              </p:cNvPr>
              <p:cNvSpPr/>
              <p:nvPr/>
            </p:nvSpPr>
            <p:spPr>
              <a:xfrm>
                <a:off x="3843229" y="702599"/>
                <a:ext cx="4963886" cy="502937"/>
              </a:xfrm>
              <a:custGeom>
                <a:avLst/>
                <a:gdLst>
                  <a:gd name="connsiteX0" fmla="*/ 0 w 4963886"/>
                  <a:gd name="connsiteY0" fmla="*/ 0 h 502937"/>
                  <a:gd name="connsiteX1" fmla="*/ 4963886 w 4963886"/>
                  <a:gd name="connsiteY1" fmla="*/ 0 h 502937"/>
                  <a:gd name="connsiteX2" fmla="*/ 4963886 w 4963886"/>
                  <a:gd name="connsiteY2" fmla="*/ 502937 h 502937"/>
                  <a:gd name="connsiteX3" fmla="*/ 0 w 4963886"/>
                  <a:gd name="connsiteY3" fmla="*/ 502937 h 502937"/>
                  <a:gd name="connsiteX4" fmla="*/ 0 w 4963886"/>
                  <a:gd name="connsiteY4" fmla="*/ 0 h 502937"/>
                  <a:gd name="connsiteX0" fmla="*/ 4963886 w 5055326"/>
                  <a:gd name="connsiteY0" fmla="*/ 502937 h 502937"/>
                  <a:gd name="connsiteX1" fmla="*/ 0 w 5055326"/>
                  <a:gd name="connsiteY1" fmla="*/ 502937 h 502937"/>
                  <a:gd name="connsiteX2" fmla="*/ 0 w 5055326"/>
                  <a:gd name="connsiteY2" fmla="*/ 0 h 502937"/>
                  <a:gd name="connsiteX3" fmla="*/ 5055326 w 5055326"/>
                  <a:gd name="connsiteY3" fmla="*/ 91440 h 502937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07750 h 507750"/>
                  <a:gd name="connsiteX1" fmla="*/ 0 w 5014075"/>
                  <a:gd name="connsiteY1" fmla="*/ 507750 h 507750"/>
                  <a:gd name="connsiteX2" fmla="*/ 0 w 5014075"/>
                  <a:gd name="connsiteY2" fmla="*/ 4813 h 507750"/>
                  <a:gd name="connsiteX3" fmla="*/ 5014075 w 5014075"/>
                  <a:gd name="connsiteY3" fmla="*/ 0 h 507750"/>
                  <a:gd name="connsiteX0" fmla="*/ 4963886 w 4963886"/>
                  <a:gd name="connsiteY0" fmla="*/ 502937 h 502937"/>
                  <a:gd name="connsiteX1" fmla="*/ 0 w 4963886"/>
                  <a:gd name="connsiteY1" fmla="*/ 502937 h 502937"/>
                  <a:gd name="connsiteX2" fmla="*/ 0 w 4963886"/>
                  <a:gd name="connsiteY2" fmla="*/ 0 h 502937"/>
                  <a:gd name="connsiteX3" fmla="*/ 4952198 w 4963886"/>
                  <a:gd name="connsiteY3" fmla="*/ 8937 h 502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63886" h="502937">
                    <a:moveTo>
                      <a:pt x="4963886" y="502937"/>
                    </a:moveTo>
                    <a:lnTo>
                      <a:pt x="0" y="502937"/>
                    </a:lnTo>
                    <a:lnTo>
                      <a:pt x="0" y="0"/>
                    </a:lnTo>
                    <a:lnTo>
                      <a:pt x="4952198" y="8937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BF75A6CD-13BE-30FD-9F9A-CE6E37A7DA7A}"/>
                  </a:ext>
                </a:extLst>
              </p:cNvPr>
              <p:cNvSpPr/>
              <p:nvPr/>
            </p:nvSpPr>
            <p:spPr>
              <a:xfrm>
                <a:off x="3843229" y="758125"/>
                <a:ext cx="391885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</p:grp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69FF61D2-90D8-2C63-A687-D6E4E3F33792}"/>
                </a:ext>
              </a:extLst>
            </p:cNvPr>
            <p:cNvSpPr/>
            <p:nvPr/>
          </p:nvSpPr>
          <p:spPr>
            <a:xfrm>
              <a:off x="4424519" y="371128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CEF8FCB2-D81A-60CD-EBF8-B4F53E65A66C}"/>
                </a:ext>
              </a:extLst>
            </p:cNvPr>
            <p:cNvSpPr/>
            <p:nvPr/>
          </p:nvSpPr>
          <p:spPr>
            <a:xfrm>
              <a:off x="5081311" y="3715741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840D500C-3E57-D265-5555-0A22AE69F27F}"/>
              </a:ext>
            </a:extLst>
          </p:cNvPr>
          <p:cNvSpPr txBox="1"/>
          <p:nvPr/>
        </p:nvSpPr>
        <p:spPr>
          <a:xfrm>
            <a:off x="5397697" y="6783035"/>
            <a:ext cx="6982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此时返回</a:t>
            </a:r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3   </a:t>
            </a:r>
            <a:r>
              <a:rPr lang="zh-CN" altLang="en-US" dirty="0"/>
              <a:t>执行 </a:t>
            </a:r>
            <a:r>
              <a:rPr lang="en-US" altLang="zh-CN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path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795E2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path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795E2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()-</a:t>
            </a:r>
            <a:r>
              <a:rPr lang="en-US" altLang="zh-CN" dirty="0">
                <a:solidFill>
                  <a:srgbClr val="09865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4F8DA73-BF68-A69C-C082-EEB238809677}"/>
              </a:ext>
            </a:extLst>
          </p:cNvPr>
          <p:cNvSpPr txBox="1"/>
          <p:nvPr/>
        </p:nvSpPr>
        <p:spPr>
          <a:xfrm>
            <a:off x="472000" y="6342629"/>
            <a:ext cx="2194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Traversal</a:t>
            </a:r>
            <a:r>
              <a:rPr lang="zh-CN" altLang="en-US" dirty="0"/>
              <a:t>左</a:t>
            </a:r>
            <a:r>
              <a:rPr lang="en-US" altLang="zh-CN" dirty="0"/>
              <a:t>3 </a:t>
            </a:r>
            <a:r>
              <a:rPr lang="zh-CN" altLang="en-US" dirty="0"/>
              <a:t>执行前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93A8E2B-F58F-E53C-FC20-B878079EBB1B}"/>
              </a:ext>
            </a:extLst>
          </p:cNvPr>
          <p:cNvSpPr txBox="1"/>
          <p:nvPr/>
        </p:nvSpPr>
        <p:spPr>
          <a:xfrm>
            <a:off x="352204" y="7389473"/>
            <a:ext cx="2194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Traversal</a:t>
            </a:r>
            <a:r>
              <a:rPr lang="zh-CN" altLang="en-US" dirty="0"/>
              <a:t>左</a:t>
            </a:r>
            <a:r>
              <a:rPr lang="en-US" altLang="zh-CN" dirty="0"/>
              <a:t>3 </a:t>
            </a:r>
            <a:r>
              <a:rPr lang="zh-CN" altLang="en-US" dirty="0"/>
              <a:t>执行后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9FBD5156-2F54-4D2D-9577-521CC8C1FCCE}"/>
              </a:ext>
            </a:extLst>
          </p:cNvPr>
          <p:cNvGrpSpPr/>
          <p:nvPr/>
        </p:nvGrpSpPr>
        <p:grpSpPr>
          <a:xfrm>
            <a:off x="352204" y="7807395"/>
            <a:ext cx="4963886" cy="502937"/>
            <a:chOff x="3843229" y="3655754"/>
            <a:chExt cx="4963886" cy="502937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E660EB8A-862F-DF52-F3FF-4479FA882B99}"/>
                </a:ext>
              </a:extLst>
            </p:cNvPr>
            <p:cNvGrpSpPr/>
            <p:nvPr/>
          </p:nvGrpSpPr>
          <p:grpSpPr>
            <a:xfrm>
              <a:off x="3843229" y="3655754"/>
              <a:ext cx="4963886" cy="502937"/>
              <a:chOff x="3843229" y="702599"/>
              <a:chExt cx="4963886" cy="502937"/>
            </a:xfrm>
          </p:grpSpPr>
          <p:sp>
            <p:nvSpPr>
              <p:cNvPr id="65" name="矩形 38">
                <a:extLst>
                  <a:ext uri="{FF2B5EF4-FFF2-40B4-BE49-F238E27FC236}">
                    <a16:creationId xmlns:a16="http://schemas.microsoft.com/office/drawing/2014/main" id="{251DDF34-4540-AAD1-DDC6-84271A497F6B}"/>
                  </a:ext>
                </a:extLst>
              </p:cNvPr>
              <p:cNvSpPr/>
              <p:nvPr/>
            </p:nvSpPr>
            <p:spPr>
              <a:xfrm>
                <a:off x="3843229" y="702599"/>
                <a:ext cx="4963886" cy="502937"/>
              </a:xfrm>
              <a:custGeom>
                <a:avLst/>
                <a:gdLst>
                  <a:gd name="connsiteX0" fmla="*/ 0 w 4963886"/>
                  <a:gd name="connsiteY0" fmla="*/ 0 h 502937"/>
                  <a:gd name="connsiteX1" fmla="*/ 4963886 w 4963886"/>
                  <a:gd name="connsiteY1" fmla="*/ 0 h 502937"/>
                  <a:gd name="connsiteX2" fmla="*/ 4963886 w 4963886"/>
                  <a:gd name="connsiteY2" fmla="*/ 502937 h 502937"/>
                  <a:gd name="connsiteX3" fmla="*/ 0 w 4963886"/>
                  <a:gd name="connsiteY3" fmla="*/ 502937 h 502937"/>
                  <a:gd name="connsiteX4" fmla="*/ 0 w 4963886"/>
                  <a:gd name="connsiteY4" fmla="*/ 0 h 502937"/>
                  <a:gd name="connsiteX0" fmla="*/ 4963886 w 5055326"/>
                  <a:gd name="connsiteY0" fmla="*/ 502937 h 502937"/>
                  <a:gd name="connsiteX1" fmla="*/ 0 w 5055326"/>
                  <a:gd name="connsiteY1" fmla="*/ 502937 h 502937"/>
                  <a:gd name="connsiteX2" fmla="*/ 0 w 5055326"/>
                  <a:gd name="connsiteY2" fmla="*/ 0 h 502937"/>
                  <a:gd name="connsiteX3" fmla="*/ 5055326 w 5055326"/>
                  <a:gd name="connsiteY3" fmla="*/ 91440 h 502937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07750 h 507750"/>
                  <a:gd name="connsiteX1" fmla="*/ 0 w 5014075"/>
                  <a:gd name="connsiteY1" fmla="*/ 507750 h 507750"/>
                  <a:gd name="connsiteX2" fmla="*/ 0 w 5014075"/>
                  <a:gd name="connsiteY2" fmla="*/ 4813 h 507750"/>
                  <a:gd name="connsiteX3" fmla="*/ 5014075 w 5014075"/>
                  <a:gd name="connsiteY3" fmla="*/ 0 h 507750"/>
                  <a:gd name="connsiteX0" fmla="*/ 4963886 w 4963886"/>
                  <a:gd name="connsiteY0" fmla="*/ 502937 h 502937"/>
                  <a:gd name="connsiteX1" fmla="*/ 0 w 4963886"/>
                  <a:gd name="connsiteY1" fmla="*/ 502937 h 502937"/>
                  <a:gd name="connsiteX2" fmla="*/ 0 w 4963886"/>
                  <a:gd name="connsiteY2" fmla="*/ 0 h 502937"/>
                  <a:gd name="connsiteX3" fmla="*/ 4952198 w 4963886"/>
                  <a:gd name="connsiteY3" fmla="*/ 8937 h 502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63886" h="502937">
                    <a:moveTo>
                      <a:pt x="4963886" y="502937"/>
                    </a:moveTo>
                    <a:lnTo>
                      <a:pt x="0" y="502937"/>
                    </a:lnTo>
                    <a:lnTo>
                      <a:pt x="0" y="0"/>
                    </a:lnTo>
                    <a:lnTo>
                      <a:pt x="4952198" y="8937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8678CC4D-EE7D-46D5-ADBC-52605DA06967}"/>
                  </a:ext>
                </a:extLst>
              </p:cNvPr>
              <p:cNvSpPr/>
              <p:nvPr/>
            </p:nvSpPr>
            <p:spPr>
              <a:xfrm>
                <a:off x="3843229" y="758125"/>
                <a:ext cx="391885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</p:grp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457815EB-F81F-AD9F-A1C0-27B9EF6F8225}"/>
                </a:ext>
              </a:extLst>
            </p:cNvPr>
            <p:cNvSpPr/>
            <p:nvPr/>
          </p:nvSpPr>
          <p:spPr>
            <a:xfrm>
              <a:off x="4424519" y="371128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83397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5344ECC2-6CCF-6707-AD7B-4F7AE8354E17}"/>
              </a:ext>
            </a:extLst>
          </p:cNvPr>
          <p:cNvSpPr/>
          <p:nvPr/>
        </p:nvSpPr>
        <p:spPr>
          <a:xfrm>
            <a:off x="1615670" y="2012133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4773938-86FA-2BC2-30B0-CE0E9E133149}"/>
              </a:ext>
            </a:extLst>
          </p:cNvPr>
          <p:cNvSpPr/>
          <p:nvPr/>
        </p:nvSpPr>
        <p:spPr>
          <a:xfrm>
            <a:off x="852524" y="2740900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1D46D23-C104-AFE0-50D0-626D7F2F3E38}"/>
              </a:ext>
            </a:extLst>
          </p:cNvPr>
          <p:cNvSpPr/>
          <p:nvPr/>
        </p:nvSpPr>
        <p:spPr>
          <a:xfrm>
            <a:off x="2488821" y="2740899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2E7F53F-FCDE-2DBA-0DFE-D64BF0BA36CF}"/>
              </a:ext>
            </a:extLst>
          </p:cNvPr>
          <p:cNvSpPr/>
          <p:nvPr/>
        </p:nvSpPr>
        <p:spPr>
          <a:xfrm>
            <a:off x="137506" y="3418105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780DE06-8B6B-8002-1FC5-AF4D3C160DEF}"/>
              </a:ext>
            </a:extLst>
          </p:cNvPr>
          <p:cNvSpPr/>
          <p:nvPr/>
        </p:nvSpPr>
        <p:spPr>
          <a:xfrm>
            <a:off x="1615669" y="3418105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3C4116-CC45-CCF1-DA27-BCFE440FC491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1187019" y="2346627"/>
            <a:ext cx="486041" cy="4516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4A8572B-9FF2-A351-4CC3-E075577B454B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472001" y="3075394"/>
            <a:ext cx="437913" cy="4001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880C4B6-067D-C875-3C50-8D4BD134329A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1187018" y="3075394"/>
            <a:ext cx="486040" cy="4001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88EE78D-708D-EBD0-A2E6-8ECF0BB1128B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1950164" y="2346628"/>
            <a:ext cx="596046" cy="45166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E7B0795-832D-42BD-66A2-ED8EBDDA9DE8}"/>
              </a:ext>
            </a:extLst>
          </p:cNvPr>
          <p:cNvGrpSpPr/>
          <p:nvPr/>
        </p:nvGrpSpPr>
        <p:grpSpPr>
          <a:xfrm>
            <a:off x="3843229" y="2152549"/>
            <a:ext cx="4963886" cy="502937"/>
            <a:chOff x="3843229" y="702599"/>
            <a:chExt cx="4963886" cy="502937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751719B7-AC95-AED7-43E3-DC3A2B4F56E0}"/>
                </a:ext>
              </a:extLst>
            </p:cNvPr>
            <p:cNvSpPr/>
            <p:nvPr/>
          </p:nvSpPr>
          <p:spPr>
            <a:xfrm>
              <a:off x="3843229" y="702599"/>
              <a:ext cx="4963886" cy="502937"/>
            </a:xfrm>
            <a:custGeom>
              <a:avLst/>
              <a:gdLst>
                <a:gd name="connsiteX0" fmla="*/ 0 w 4963886"/>
                <a:gd name="connsiteY0" fmla="*/ 0 h 502937"/>
                <a:gd name="connsiteX1" fmla="*/ 4963886 w 4963886"/>
                <a:gd name="connsiteY1" fmla="*/ 0 h 502937"/>
                <a:gd name="connsiteX2" fmla="*/ 4963886 w 4963886"/>
                <a:gd name="connsiteY2" fmla="*/ 502937 h 502937"/>
                <a:gd name="connsiteX3" fmla="*/ 0 w 4963886"/>
                <a:gd name="connsiteY3" fmla="*/ 502937 h 502937"/>
                <a:gd name="connsiteX4" fmla="*/ 0 w 4963886"/>
                <a:gd name="connsiteY4" fmla="*/ 0 h 502937"/>
                <a:gd name="connsiteX0" fmla="*/ 4963886 w 5055326"/>
                <a:gd name="connsiteY0" fmla="*/ 502937 h 502937"/>
                <a:gd name="connsiteX1" fmla="*/ 0 w 5055326"/>
                <a:gd name="connsiteY1" fmla="*/ 502937 h 502937"/>
                <a:gd name="connsiteX2" fmla="*/ 0 w 5055326"/>
                <a:gd name="connsiteY2" fmla="*/ 0 h 502937"/>
                <a:gd name="connsiteX3" fmla="*/ 5055326 w 5055326"/>
                <a:gd name="connsiteY3" fmla="*/ 91440 h 502937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07750 h 507750"/>
                <a:gd name="connsiteX1" fmla="*/ 0 w 5014075"/>
                <a:gd name="connsiteY1" fmla="*/ 507750 h 507750"/>
                <a:gd name="connsiteX2" fmla="*/ 0 w 5014075"/>
                <a:gd name="connsiteY2" fmla="*/ 4813 h 507750"/>
                <a:gd name="connsiteX3" fmla="*/ 5014075 w 5014075"/>
                <a:gd name="connsiteY3" fmla="*/ 0 h 507750"/>
                <a:gd name="connsiteX0" fmla="*/ 4963886 w 4963886"/>
                <a:gd name="connsiteY0" fmla="*/ 502937 h 502937"/>
                <a:gd name="connsiteX1" fmla="*/ 0 w 4963886"/>
                <a:gd name="connsiteY1" fmla="*/ 502937 h 502937"/>
                <a:gd name="connsiteX2" fmla="*/ 0 w 4963886"/>
                <a:gd name="connsiteY2" fmla="*/ 0 h 502937"/>
                <a:gd name="connsiteX3" fmla="*/ 4952198 w 4963886"/>
                <a:gd name="connsiteY3" fmla="*/ 8937 h 50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3886" h="502937">
                  <a:moveTo>
                    <a:pt x="4963886" y="502937"/>
                  </a:moveTo>
                  <a:lnTo>
                    <a:pt x="0" y="502937"/>
                  </a:lnTo>
                  <a:lnTo>
                    <a:pt x="0" y="0"/>
                  </a:lnTo>
                  <a:lnTo>
                    <a:pt x="4952198" y="8937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998EDA06-B4A1-F065-104A-7956A9B1E6DE}"/>
                </a:ext>
              </a:extLst>
            </p:cNvPr>
            <p:cNvSpPr/>
            <p:nvPr/>
          </p:nvSpPr>
          <p:spPr>
            <a:xfrm>
              <a:off x="3843229" y="758125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741A56C-A84D-FEC2-4834-134ED6558015}"/>
              </a:ext>
            </a:extLst>
          </p:cNvPr>
          <p:cNvGrpSpPr/>
          <p:nvPr/>
        </p:nvGrpSpPr>
        <p:grpSpPr>
          <a:xfrm>
            <a:off x="3843229" y="3065884"/>
            <a:ext cx="4963886" cy="502937"/>
            <a:chOff x="3843229" y="702599"/>
            <a:chExt cx="4963886" cy="502937"/>
          </a:xfrm>
        </p:grpSpPr>
        <p:sp>
          <p:nvSpPr>
            <p:cNvPr id="49" name="矩形 38">
              <a:extLst>
                <a:ext uri="{FF2B5EF4-FFF2-40B4-BE49-F238E27FC236}">
                  <a16:creationId xmlns:a16="http://schemas.microsoft.com/office/drawing/2014/main" id="{23A3C15B-A174-51D7-AF2E-B8126C2C7681}"/>
                </a:ext>
              </a:extLst>
            </p:cNvPr>
            <p:cNvSpPr/>
            <p:nvPr/>
          </p:nvSpPr>
          <p:spPr>
            <a:xfrm>
              <a:off x="3843229" y="702599"/>
              <a:ext cx="4963886" cy="502937"/>
            </a:xfrm>
            <a:custGeom>
              <a:avLst/>
              <a:gdLst>
                <a:gd name="connsiteX0" fmla="*/ 0 w 4963886"/>
                <a:gd name="connsiteY0" fmla="*/ 0 h 502937"/>
                <a:gd name="connsiteX1" fmla="*/ 4963886 w 4963886"/>
                <a:gd name="connsiteY1" fmla="*/ 0 h 502937"/>
                <a:gd name="connsiteX2" fmla="*/ 4963886 w 4963886"/>
                <a:gd name="connsiteY2" fmla="*/ 502937 h 502937"/>
                <a:gd name="connsiteX3" fmla="*/ 0 w 4963886"/>
                <a:gd name="connsiteY3" fmla="*/ 502937 h 502937"/>
                <a:gd name="connsiteX4" fmla="*/ 0 w 4963886"/>
                <a:gd name="connsiteY4" fmla="*/ 0 h 502937"/>
                <a:gd name="connsiteX0" fmla="*/ 4963886 w 5055326"/>
                <a:gd name="connsiteY0" fmla="*/ 502937 h 502937"/>
                <a:gd name="connsiteX1" fmla="*/ 0 w 5055326"/>
                <a:gd name="connsiteY1" fmla="*/ 502937 h 502937"/>
                <a:gd name="connsiteX2" fmla="*/ 0 w 5055326"/>
                <a:gd name="connsiteY2" fmla="*/ 0 h 502937"/>
                <a:gd name="connsiteX3" fmla="*/ 5055326 w 5055326"/>
                <a:gd name="connsiteY3" fmla="*/ 91440 h 502937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07750 h 507750"/>
                <a:gd name="connsiteX1" fmla="*/ 0 w 5014075"/>
                <a:gd name="connsiteY1" fmla="*/ 507750 h 507750"/>
                <a:gd name="connsiteX2" fmla="*/ 0 w 5014075"/>
                <a:gd name="connsiteY2" fmla="*/ 4813 h 507750"/>
                <a:gd name="connsiteX3" fmla="*/ 5014075 w 5014075"/>
                <a:gd name="connsiteY3" fmla="*/ 0 h 507750"/>
                <a:gd name="connsiteX0" fmla="*/ 4963886 w 4963886"/>
                <a:gd name="connsiteY0" fmla="*/ 502937 h 502937"/>
                <a:gd name="connsiteX1" fmla="*/ 0 w 4963886"/>
                <a:gd name="connsiteY1" fmla="*/ 502937 h 502937"/>
                <a:gd name="connsiteX2" fmla="*/ 0 w 4963886"/>
                <a:gd name="connsiteY2" fmla="*/ 0 h 502937"/>
                <a:gd name="connsiteX3" fmla="*/ 4952198 w 4963886"/>
                <a:gd name="connsiteY3" fmla="*/ 8937 h 50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3886" h="502937">
                  <a:moveTo>
                    <a:pt x="4963886" y="502937"/>
                  </a:moveTo>
                  <a:lnTo>
                    <a:pt x="0" y="502937"/>
                  </a:lnTo>
                  <a:lnTo>
                    <a:pt x="0" y="0"/>
                  </a:lnTo>
                  <a:lnTo>
                    <a:pt x="4952198" y="8937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AD86B70E-AB2D-D995-DBFB-B1AC3F982AC7}"/>
                </a:ext>
              </a:extLst>
            </p:cNvPr>
            <p:cNvSpPr/>
            <p:nvPr/>
          </p:nvSpPr>
          <p:spPr>
            <a:xfrm>
              <a:off x="3843229" y="758125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A9A42862-FC63-3914-8F2F-2ADC17EDD563}"/>
              </a:ext>
            </a:extLst>
          </p:cNvPr>
          <p:cNvSpPr txBox="1"/>
          <p:nvPr/>
        </p:nvSpPr>
        <p:spPr>
          <a:xfrm>
            <a:off x="9510314" y="2161961"/>
            <a:ext cx="2194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traversal1</a:t>
            </a: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2AD73CB-3F04-A02D-97F1-7BBE2999FAB5}"/>
              </a:ext>
            </a:extLst>
          </p:cNvPr>
          <p:cNvSpPr/>
          <p:nvPr/>
        </p:nvSpPr>
        <p:spPr>
          <a:xfrm>
            <a:off x="4366151" y="3132784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4BDC81-A831-FD90-6A45-D8C5645F2398}"/>
              </a:ext>
            </a:extLst>
          </p:cNvPr>
          <p:cNvSpPr txBox="1"/>
          <p:nvPr/>
        </p:nvSpPr>
        <p:spPr>
          <a:xfrm>
            <a:off x="9497335" y="3155336"/>
            <a:ext cx="2581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99EF73E-1D13-B9B4-4F07-1F288067F8FC}"/>
              </a:ext>
            </a:extLst>
          </p:cNvPr>
          <p:cNvSpPr txBox="1"/>
          <p:nvPr/>
        </p:nvSpPr>
        <p:spPr>
          <a:xfrm>
            <a:off x="9473033" y="4122586"/>
            <a:ext cx="2581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3</a:t>
            </a:r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576C40A-A55A-5EC9-7E78-349C86134AC7}"/>
              </a:ext>
            </a:extLst>
          </p:cNvPr>
          <p:cNvGrpSpPr/>
          <p:nvPr/>
        </p:nvGrpSpPr>
        <p:grpSpPr>
          <a:xfrm>
            <a:off x="3843229" y="4058911"/>
            <a:ext cx="4963886" cy="502937"/>
            <a:chOff x="3843229" y="702599"/>
            <a:chExt cx="4963886" cy="502937"/>
          </a:xfrm>
        </p:grpSpPr>
        <p:sp>
          <p:nvSpPr>
            <p:cNvPr id="22" name="矩形 38">
              <a:extLst>
                <a:ext uri="{FF2B5EF4-FFF2-40B4-BE49-F238E27FC236}">
                  <a16:creationId xmlns:a16="http://schemas.microsoft.com/office/drawing/2014/main" id="{1BBB8595-91FB-8F12-6931-C82943C3FF65}"/>
                </a:ext>
              </a:extLst>
            </p:cNvPr>
            <p:cNvSpPr/>
            <p:nvPr/>
          </p:nvSpPr>
          <p:spPr>
            <a:xfrm>
              <a:off x="3843229" y="702599"/>
              <a:ext cx="4963886" cy="502937"/>
            </a:xfrm>
            <a:custGeom>
              <a:avLst/>
              <a:gdLst>
                <a:gd name="connsiteX0" fmla="*/ 0 w 4963886"/>
                <a:gd name="connsiteY0" fmla="*/ 0 h 502937"/>
                <a:gd name="connsiteX1" fmla="*/ 4963886 w 4963886"/>
                <a:gd name="connsiteY1" fmla="*/ 0 h 502937"/>
                <a:gd name="connsiteX2" fmla="*/ 4963886 w 4963886"/>
                <a:gd name="connsiteY2" fmla="*/ 502937 h 502937"/>
                <a:gd name="connsiteX3" fmla="*/ 0 w 4963886"/>
                <a:gd name="connsiteY3" fmla="*/ 502937 h 502937"/>
                <a:gd name="connsiteX4" fmla="*/ 0 w 4963886"/>
                <a:gd name="connsiteY4" fmla="*/ 0 h 502937"/>
                <a:gd name="connsiteX0" fmla="*/ 4963886 w 5055326"/>
                <a:gd name="connsiteY0" fmla="*/ 502937 h 502937"/>
                <a:gd name="connsiteX1" fmla="*/ 0 w 5055326"/>
                <a:gd name="connsiteY1" fmla="*/ 502937 h 502937"/>
                <a:gd name="connsiteX2" fmla="*/ 0 w 5055326"/>
                <a:gd name="connsiteY2" fmla="*/ 0 h 502937"/>
                <a:gd name="connsiteX3" fmla="*/ 5055326 w 5055326"/>
                <a:gd name="connsiteY3" fmla="*/ 91440 h 502937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62751 h 562751"/>
                <a:gd name="connsiteX1" fmla="*/ 0 w 5014075"/>
                <a:gd name="connsiteY1" fmla="*/ 562751 h 562751"/>
                <a:gd name="connsiteX2" fmla="*/ 0 w 5014075"/>
                <a:gd name="connsiteY2" fmla="*/ 59814 h 562751"/>
                <a:gd name="connsiteX3" fmla="*/ 5014075 w 5014075"/>
                <a:gd name="connsiteY3" fmla="*/ 0 h 562751"/>
                <a:gd name="connsiteX0" fmla="*/ 4963886 w 5014075"/>
                <a:gd name="connsiteY0" fmla="*/ 507750 h 507750"/>
                <a:gd name="connsiteX1" fmla="*/ 0 w 5014075"/>
                <a:gd name="connsiteY1" fmla="*/ 507750 h 507750"/>
                <a:gd name="connsiteX2" fmla="*/ 0 w 5014075"/>
                <a:gd name="connsiteY2" fmla="*/ 4813 h 507750"/>
                <a:gd name="connsiteX3" fmla="*/ 5014075 w 5014075"/>
                <a:gd name="connsiteY3" fmla="*/ 0 h 507750"/>
                <a:gd name="connsiteX0" fmla="*/ 4963886 w 4963886"/>
                <a:gd name="connsiteY0" fmla="*/ 502937 h 502937"/>
                <a:gd name="connsiteX1" fmla="*/ 0 w 4963886"/>
                <a:gd name="connsiteY1" fmla="*/ 502937 h 502937"/>
                <a:gd name="connsiteX2" fmla="*/ 0 w 4963886"/>
                <a:gd name="connsiteY2" fmla="*/ 0 h 502937"/>
                <a:gd name="connsiteX3" fmla="*/ 4952198 w 4963886"/>
                <a:gd name="connsiteY3" fmla="*/ 8937 h 50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3886" h="502937">
                  <a:moveTo>
                    <a:pt x="4963886" y="502937"/>
                  </a:moveTo>
                  <a:lnTo>
                    <a:pt x="0" y="502937"/>
                  </a:lnTo>
                  <a:lnTo>
                    <a:pt x="0" y="0"/>
                  </a:lnTo>
                  <a:lnTo>
                    <a:pt x="4952198" y="8937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A0BB1FAD-2CE4-15E2-89BF-6B6E1FF9FD2A}"/>
                </a:ext>
              </a:extLst>
            </p:cNvPr>
            <p:cNvSpPr/>
            <p:nvPr/>
          </p:nvSpPr>
          <p:spPr>
            <a:xfrm>
              <a:off x="3843229" y="758125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</p:grpSp>
      <p:sp>
        <p:nvSpPr>
          <p:cNvPr id="25" name="椭圆 24">
            <a:extLst>
              <a:ext uri="{FF2B5EF4-FFF2-40B4-BE49-F238E27FC236}">
                <a16:creationId xmlns:a16="http://schemas.microsoft.com/office/drawing/2014/main" id="{A3943940-35F4-98D7-2E84-60E3ABCF27E5}"/>
              </a:ext>
            </a:extLst>
          </p:cNvPr>
          <p:cNvSpPr/>
          <p:nvPr/>
        </p:nvSpPr>
        <p:spPr>
          <a:xfrm>
            <a:off x="4424521" y="4111311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9619BF20-A8D6-76A9-049F-63150EECA75E}"/>
              </a:ext>
            </a:extLst>
          </p:cNvPr>
          <p:cNvSpPr/>
          <p:nvPr/>
        </p:nvSpPr>
        <p:spPr>
          <a:xfrm>
            <a:off x="5005813" y="4111311"/>
            <a:ext cx="391885" cy="391885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3681B48-2C19-1C54-3E33-E06AF776B2F2}"/>
              </a:ext>
            </a:extLst>
          </p:cNvPr>
          <p:cNvSpPr txBox="1"/>
          <p:nvPr/>
        </p:nvSpPr>
        <p:spPr>
          <a:xfrm>
            <a:off x="5646074" y="4720504"/>
            <a:ext cx="5814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4  </a:t>
            </a:r>
            <a:r>
              <a:rPr lang="zh-CN" altLang="en-US" dirty="0"/>
              <a:t>此时为空 返回到 </a:t>
            </a:r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40D500C-3E57-D265-5555-0A22AE69F27F}"/>
              </a:ext>
            </a:extLst>
          </p:cNvPr>
          <p:cNvSpPr txBox="1"/>
          <p:nvPr/>
        </p:nvSpPr>
        <p:spPr>
          <a:xfrm>
            <a:off x="4477526" y="5395012"/>
            <a:ext cx="6982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此时返回</a:t>
            </a:r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3   </a:t>
            </a:r>
            <a:r>
              <a:rPr lang="zh-CN" altLang="en-US" dirty="0"/>
              <a:t>执行 </a:t>
            </a:r>
            <a:r>
              <a:rPr lang="en-US" altLang="zh-CN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path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795E2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path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795E2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()-</a:t>
            </a:r>
            <a:r>
              <a:rPr lang="en-US" altLang="zh-CN" dirty="0">
                <a:solidFill>
                  <a:srgbClr val="09865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93A8E2B-F58F-E53C-FC20-B878079EBB1B}"/>
              </a:ext>
            </a:extLst>
          </p:cNvPr>
          <p:cNvSpPr txBox="1"/>
          <p:nvPr/>
        </p:nvSpPr>
        <p:spPr>
          <a:xfrm>
            <a:off x="294814" y="5399881"/>
            <a:ext cx="2194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Traversal</a:t>
            </a:r>
            <a:r>
              <a:rPr lang="zh-CN" altLang="en-US" dirty="0"/>
              <a:t>左</a:t>
            </a:r>
            <a:r>
              <a:rPr lang="en-US" altLang="zh-CN" dirty="0"/>
              <a:t>3 </a:t>
            </a:r>
            <a:r>
              <a:rPr lang="zh-CN" altLang="en-US" dirty="0"/>
              <a:t>执行后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9FBD5156-2F54-4D2D-9577-521CC8C1FCCE}"/>
              </a:ext>
            </a:extLst>
          </p:cNvPr>
          <p:cNvGrpSpPr/>
          <p:nvPr/>
        </p:nvGrpSpPr>
        <p:grpSpPr>
          <a:xfrm>
            <a:off x="333447" y="5895158"/>
            <a:ext cx="4963886" cy="2415253"/>
            <a:chOff x="3843229" y="3655754"/>
            <a:chExt cx="4963886" cy="2415253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E660EB8A-862F-DF52-F3FF-4479FA882B99}"/>
                </a:ext>
              </a:extLst>
            </p:cNvPr>
            <p:cNvGrpSpPr/>
            <p:nvPr/>
          </p:nvGrpSpPr>
          <p:grpSpPr>
            <a:xfrm>
              <a:off x="3843229" y="3655754"/>
              <a:ext cx="4963886" cy="502937"/>
              <a:chOff x="3843229" y="702599"/>
              <a:chExt cx="4963886" cy="502937"/>
            </a:xfrm>
          </p:grpSpPr>
          <p:sp>
            <p:nvSpPr>
              <p:cNvPr id="65" name="矩形 38">
                <a:extLst>
                  <a:ext uri="{FF2B5EF4-FFF2-40B4-BE49-F238E27FC236}">
                    <a16:creationId xmlns:a16="http://schemas.microsoft.com/office/drawing/2014/main" id="{251DDF34-4540-AAD1-DDC6-84271A497F6B}"/>
                  </a:ext>
                </a:extLst>
              </p:cNvPr>
              <p:cNvSpPr/>
              <p:nvPr/>
            </p:nvSpPr>
            <p:spPr>
              <a:xfrm>
                <a:off x="3843229" y="702599"/>
                <a:ext cx="4963886" cy="502937"/>
              </a:xfrm>
              <a:custGeom>
                <a:avLst/>
                <a:gdLst>
                  <a:gd name="connsiteX0" fmla="*/ 0 w 4963886"/>
                  <a:gd name="connsiteY0" fmla="*/ 0 h 502937"/>
                  <a:gd name="connsiteX1" fmla="*/ 4963886 w 4963886"/>
                  <a:gd name="connsiteY1" fmla="*/ 0 h 502937"/>
                  <a:gd name="connsiteX2" fmla="*/ 4963886 w 4963886"/>
                  <a:gd name="connsiteY2" fmla="*/ 502937 h 502937"/>
                  <a:gd name="connsiteX3" fmla="*/ 0 w 4963886"/>
                  <a:gd name="connsiteY3" fmla="*/ 502937 h 502937"/>
                  <a:gd name="connsiteX4" fmla="*/ 0 w 4963886"/>
                  <a:gd name="connsiteY4" fmla="*/ 0 h 502937"/>
                  <a:gd name="connsiteX0" fmla="*/ 4963886 w 5055326"/>
                  <a:gd name="connsiteY0" fmla="*/ 502937 h 502937"/>
                  <a:gd name="connsiteX1" fmla="*/ 0 w 5055326"/>
                  <a:gd name="connsiteY1" fmla="*/ 502937 h 502937"/>
                  <a:gd name="connsiteX2" fmla="*/ 0 w 5055326"/>
                  <a:gd name="connsiteY2" fmla="*/ 0 h 502937"/>
                  <a:gd name="connsiteX3" fmla="*/ 5055326 w 5055326"/>
                  <a:gd name="connsiteY3" fmla="*/ 91440 h 502937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07750 h 507750"/>
                  <a:gd name="connsiteX1" fmla="*/ 0 w 5014075"/>
                  <a:gd name="connsiteY1" fmla="*/ 507750 h 507750"/>
                  <a:gd name="connsiteX2" fmla="*/ 0 w 5014075"/>
                  <a:gd name="connsiteY2" fmla="*/ 4813 h 507750"/>
                  <a:gd name="connsiteX3" fmla="*/ 5014075 w 5014075"/>
                  <a:gd name="connsiteY3" fmla="*/ 0 h 507750"/>
                  <a:gd name="connsiteX0" fmla="*/ 4963886 w 4963886"/>
                  <a:gd name="connsiteY0" fmla="*/ 502937 h 502937"/>
                  <a:gd name="connsiteX1" fmla="*/ 0 w 4963886"/>
                  <a:gd name="connsiteY1" fmla="*/ 502937 h 502937"/>
                  <a:gd name="connsiteX2" fmla="*/ 0 w 4963886"/>
                  <a:gd name="connsiteY2" fmla="*/ 0 h 502937"/>
                  <a:gd name="connsiteX3" fmla="*/ 4952198 w 4963886"/>
                  <a:gd name="connsiteY3" fmla="*/ 8937 h 502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63886" h="502937">
                    <a:moveTo>
                      <a:pt x="4963886" y="502937"/>
                    </a:moveTo>
                    <a:lnTo>
                      <a:pt x="0" y="502937"/>
                    </a:lnTo>
                    <a:lnTo>
                      <a:pt x="0" y="0"/>
                    </a:lnTo>
                    <a:lnTo>
                      <a:pt x="4952198" y="8937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8678CC4D-EE7D-46D5-ADBC-52605DA06967}"/>
                  </a:ext>
                </a:extLst>
              </p:cNvPr>
              <p:cNvSpPr/>
              <p:nvPr/>
            </p:nvSpPr>
            <p:spPr>
              <a:xfrm>
                <a:off x="3843229" y="758125"/>
                <a:ext cx="391885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</p:grp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457815EB-F81F-AD9F-A1C0-27B9EF6F8225}"/>
                </a:ext>
              </a:extLst>
            </p:cNvPr>
            <p:cNvSpPr/>
            <p:nvPr/>
          </p:nvSpPr>
          <p:spPr>
            <a:xfrm>
              <a:off x="4424519" y="371128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0922B886-734A-2D52-7B0F-240F42E6ADCD}"/>
                </a:ext>
              </a:extLst>
            </p:cNvPr>
            <p:cNvSpPr/>
            <p:nvPr/>
          </p:nvSpPr>
          <p:spPr>
            <a:xfrm>
              <a:off x="4773487" y="5679122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04B78D3-599A-AC7E-9ED5-6E8C219BE082}"/>
              </a:ext>
            </a:extLst>
          </p:cNvPr>
          <p:cNvSpPr txBox="1"/>
          <p:nvPr/>
        </p:nvSpPr>
        <p:spPr>
          <a:xfrm>
            <a:off x="4562092" y="6829532"/>
            <a:ext cx="69827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3 </a:t>
            </a:r>
            <a:r>
              <a:rPr lang="zh-CN" altLang="en-US" dirty="0"/>
              <a:t>运行完 不符合条件，就返回了，回到</a:t>
            </a:r>
            <a:r>
              <a:rPr lang="en-US" altLang="zh-CN" dirty="0"/>
              <a:t>Traversal </a:t>
            </a:r>
            <a:r>
              <a:rPr lang="zh-CN" altLang="en-US" dirty="0"/>
              <a:t>左 </a:t>
            </a:r>
            <a:r>
              <a:rPr lang="en-US" altLang="zh-CN" dirty="0"/>
              <a:t>2</a:t>
            </a:r>
            <a:endParaRPr lang="zh-CN" altLang="en-US" dirty="0"/>
          </a:p>
          <a:p>
            <a:r>
              <a:rPr lang="zh-CN" alt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这一步，此时执行</a:t>
            </a:r>
            <a:r>
              <a:rPr lang="en-US" altLang="zh-CN" dirty="0">
                <a:solidFill>
                  <a:srgbClr val="795E2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traversal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cur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right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,target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zh-CN" alt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进入</a:t>
            </a:r>
            <a:r>
              <a:rPr lang="en-US" altLang="zh-CN" dirty="0"/>
              <a:t>Traversal </a:t>
            </a:r>
            <a:r>
              <a:rPr lang="zh-CN" altLang="en-US" dirty="0"/>
              <a:t>右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5FFD6F4-93D1-6DD8-E003-1891FB7F287E}"/>
              </a:ext>
            </a:extLst>
          </p:cNvPr>
          <p:cNvGrpSpPr/>
          <p:nvPr/>
        </p:nvGrpSpPr>
        <p:grpSpPr>
          <a:xfrm>
            <a:off x="137505" y="7863001"/>
            <a:ext cx="4963886" cy="502937"/>
            <a:chOff x="3843229" y="3655754"/>
            <a:chExt cx="4963886" cy="502937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CFDF251-3E34-D8BB-FB0D-ABC0A3795D17}"/>
                </a:ext>
              </a:extLst>
            </p:cNvPr>
            <p:cNvGrpSpPr/>
            <p:nvPr/>
          </p:nvGrpSpPr>
          <p:grpSpPr>
            <a:xfrm>
              <a:off x="3843229" y="3655754"/>
              <a:ext cx="4963886" cy="502937"/>
              <a:chOff x="3843229" y="702599"/>
              <a:chExt cx="4963886" cy="502937"/>
            </a:xfrm>
          </p:grpSpPr>
          <p:sp>
            <p:nvSpPr>
              <p:cNvPr id="17" name="矩形 38">
                <a:extLst>
                  <a:ext uri="{FF2B5EF4-FFF2-40B4-BE49-F238E27FC236}">
                    <a16:creationId xmlns:a16="http://schemas.microsoft.com/office/drawing/2014/main" id="{A72E9A52-632D-D309-70A5-36B0B43B3C5D}"/>
                  </a:ext>
                </a:extLst>
              </p:cNvPr>
              <p:cNvSpPr/>
              <p:nvPr/>
            </p:nvSpPr>
            <p:spPr>
              <a:xfrm>
                <a:off x="3843229" y="702599"/>
                <a:ext cx="4963886" cy="502937"/>
              </a:xfrm>
              <a:custGeom>
                <a:avLst/>
                <a:gdLst>
                  <a:gd name="connsiteX0" fmla="*/ 0 w 4963886"/>
                  <a:gd name="connsiteY0" fmla="*/ 0 h 502937"/>
                  <a:gd name="connsiteX1" fmla="*/ 4963886 w 4963886"/>
                  <a:gd name="connsiteY1" fmla="*/ 0 h 502937"/>
                  <a:gd name="connsiteX2" fmla="*/ 4963886 w 4963886"/>
                  <a:gd name="connsiteY2" fmla="*/ 502937 h 502937"/>
                  <a:gd name="connsiteX3" fmla="*/ 0 w 4963886"/>
                  <a:gd name="connsiteY3" fmla="*/ 502937 h 502937"/>
                  <a:gd name="connsiteX4" fmla="*/ 0 w 4963886"/>
                  <a:gd name="connsiteY4" fmla="*/ 0 h 502937"/>
                  <a:gd name="connsiteX0" fmla="*/ 4963886 w 5055326"/>
                  <a:gd name="connsiteY0" fmla="*/ 502937 h 502937"/>
                  <a:gd name="connsiteX1" fmla="*/ 0 w 5055326"/>
                  <a:gd name="connsiteY1" fmla="*/ 502937 h 502937"/>
                  <a:gd name="connsiteX2" fmla="*/ 0 w 5055326"/>
                  <a:gd name="connsiteY2" fmla="*/ 0 h 502937"/>
                  <a:gd name="connsiteX3" fmla="*/ 5055326 w 5055326"/>
                  <a:gd name="connsiteY3" fmla="*/ 91440 h 502937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62751 h 562751"/>
                  <a:gd name="connsiteX1" fmla="*/ 0 w 5014075"/>
                  <a:gd name="connsiteY1" fmla="*/ 562751 h 562751"/>
                  <a:gd name="connsiteX2" fmla="*/ 0 w 5014075"/>
                  <a:gd name="connsiteY2" fmla="*/ 59814 h 562751"/>
                  <a:gd name="connsiteX3" fmla="*/ 5014075 w 5014075"/>
                  <a:gd name="connsiteY3" fmla="*/ 0 h 562751"/>
                  <a:gd name="connsiteX0" fmla="*/ 4963886 w 5014075"/>
                  <a:gd name="connsiteY0" fmla="*/ 507750 h 507750"/>
                  <a:gd name="connsiteX1" fmla="*/ 0 w 5014075"/>
                  <a:gd name="connsiteY1" fmla="*/ 507750 h 507750"/>
                  <a:gd name="connsiteX2" fmla="*/ 0 w 5014075"/>
                  <a:gd name="connsiteY2" fmla="*/ 4813 h 507750"/>
                  <a:gd name="connsiteX3" fmla="*/ 5014075 w 5014075"/>
                  <a:gd name="connsiteY3" fmla="*/ 0 h 507750"/>
                  <a:gd name="connsiteX0" fmla="*/ 4963886 w 4963886"/>
                  <a:gd name="connsiteY0" fmla="*/ 502937 h 502937"/>
                  <a:gd name="connsiteX1" fmla="*/ 0 w 4963886"/>
                  <a:gd name="connsiteY1" fmla="*/ 502937 h 502937"/>
                  <a:gd name="connsiteX2" fmla="*/ 0 w 4963886"/>
                  <a:gd name="connsiteY2" fmla="*/ 0 h 502937"/>
                  <a:gd name="connsiteX3" fmla="*/ 4952198 w 4963886"/>
                  <a:gd name="connsiteY3" fmla="*/ 8937 h 502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63886" h="502937">
                    <a:moveTo>
                      <a:pt x="4963886" y="502937"/>
                    </a:moveTo>
                    <a:lnTo>
                      <a:pt x="0" y="502937"/>
                    </a:lnTo>
                    <a:lnTo>
                      <a:pt x="0" y="0"/>
                    </a:lnTo>
                    <a:lnTo>
                      <a:pt x="4952198" y="8937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E146E442-6E6D-25A6-AC9D-1A7963F9E120}"/>
                  </a:ext>
                </a:extLst>
              </p:cNvPr>
              <p:cNvSpPr/>
              <p:nvPr/>
            </p:nvSpPr>
            <p:spPr>
              <a:xfrm>
                <a:off x="3843229" y="758125"/>
                <a:ext cx="391885" cy="391885"/>
              </a:xfrm>
              <a:prstGeom prst="ellipse">
                <a:avLst/>
              </a:prstGeom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</p:grp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082B7E3-C9CD-3002-3117-D14072CB9DB7}"/>
                </a:ext>
              </a:extLst>
            </p:cNvPr>
            <p:cNvSpPr/>
            <p:nvPr/>
          </p:nvSpPr>
          <p:spPr>
            <a:xfrm>
              <a:off x="4424519" y="371128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439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49C5628-CFD7-1BDA-56AB-FEC15281F75B}"/>
              </a:ext>
            </a:extLst>
          </p:cNvPr>
          <p:cNvSpPr txBox="1"/>
          <p:nvPr/>
        </p:nvSpPr>
        <p:spPr>
          <a:xfrm>
            <a:off x="1" y="2038084"/>
            <a:ext cx="52972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public </a:t>
            </a:r>
            <a:r>
              <a:rPr lang="en-US" altLang="zh-CN" sz="1200" b="1" dirty="0" err="1"/>
              <a:t>TreeNode</a:t>
            </a:r>
            <a:r>
              <a:rPr lang="en-US" altLang="zh-CN" sz="1200" b="1" dirty="0"/>
              <a:t> </a:t>
            </a:r>
            <a:r>
              <a:rPr lang="en-US" altLang="zh-CN" sz="1200" b="1" dirty="0" err="1"/>
              <a:t>lowestCommonAncestor</a:t>
            </a:r>
            <a:r>
              <a:rPr lang="en-US" altLang="zh-CN" sz="1200" b="1" dirty="0"/>
              <a:t>(</a:t>
            </a:r>
            <a:r>
              <a:rPr lang="en-US" altLang="zh-CN" sz="1200" b="1" dirty="0" err="1"/>
              <a:t>TreeNode</a:t>
            </a:r>
            <a:r>
              <a:rPr lang="en-US" altLang="zh-CN" sz="1200" b="1" dirty="0"/>
              <a:t> root, </a:t>
            </a:r>
            <a:r>
              <a:rPr lang="en-US" altLang="zh-CN" sz="1200" b="1" dirty="0" err="1"/>
              <a:t>TreeNode</a:t>
            </a:r>
            <a:r>
              <a:rPr lang="en-US" altLang="zh-CN" sz="1200" b="1" dirty="0"/>
              <a:t> p, </a:t>
            </a:r>
            <a:r>
              <a:rPr lang="en-US" altLang="zh-CN" sz="1200" b="1" dirty="0" err="1"/>
              <a:t>TreeNode</a:t>
            </a:r>
            <a:r>
              <a:rPr lang="en-US" altLang="zh-CN" sz="1200" b="1" dirty="0"/>
              <a:t> q) </a:t>
            </a:r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        if (root == null || root == p || root == q) { // </a:t>
            </a:r>
            <a:r>
              <a:rPr lang="zh-CN" altLang="en-US" sz="1200" dirty="0"/>
              <a:t>递归结束条件</a:t>
            </a:r>
          </a:p>
          <a:p>
            <a:r>
              <a:rPr lang="zh-CN" altLang="en-US" sz="1200" dirty="0"/>
              <a:t>            </a:t>
            </a:r>
            <a:r>
              <a:rPr lang="en-US" altLang="zh-CN" sz="1200" dirty="0"/>
              <a:t>return root;</a:t>
            </a:r>
          </a:p>
          <a:p>
            <a:r>
              <a:rPr lang="en-US" altLang="zh-CN" sz="1200" dirty="0"/>
              <a:t>        }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// </a:t>
            </a:r>
            <a:r>
              <a:rPr lang="zh-CN" altLang="en-US" sz="1200" dirty="0"/>
              <a:t>后序遍历</a:t>
            </a:r>
          </a:p>
          <a:p>
            <a:r>
              <a:rPr lang="zh-CN" altLang="en-US" sz="1200" dirty="0"/>
              <a:t>        </a:t>
            </a:r>
            <a:r>
              <a:rPr lang="en-US" altLang="zh-CN" sz="1200" dirty="0" err="1"/>
              <a:t>TreeNode</a:t>
            </a:r>
            <a:r>
              <a:rPr lang="en-US" altLang="zh-CN" sz="1200" dirty="0"/>
              <a:t> left = </a:t>
            </a:r>
            <a:r>
              <a:rPr lang="en-US" altLang="zh-CN" sz="1200" dirty="0" err="1"/>
              <a:t>lowestCommonAncestor</a:t>
            </a:r>
            <a:r>
              <a:rPr lang="en-US" altLang="zh-CN" sz="1200" dirty="0"/>
              <a:t>(</a:t>
            </a:r>
            <a:r>
              <a:rPr lang="en-US" altLang="zh-CN" sz="1200" dirty="0" err="1"/>
              <a:t>root.left</a:t>
            </a:r>
            <a:r>
              <a:rPr lang="en-US" altLang="zh-CN" sz="1200" dirty="0"/>
              <a:t>, p, q);</a:t>
            </a:r>
          </a:p>
          <a:p>
            <a:r>
              <a:rPr lang="en-US" altLang="zh-CN" sz="1200" dirty="0"/>
              <a:t>        </a:t>
            </a:r>
            <a:r>
              <a:rPr lang="en-US" altLang="zh-CN" sz="1200" dirty="0" err="1"/>
              <a:t>TreeNode</a:t>
            </a:r>
            <a:r>
              <a:rPr lang="en-US" altLang="zh-CN" sz="1200" dirty="0"/>
              <a:t> right = </a:t>
            </a:r>
            <a:r>
              <a:rPr lang="en-US" altLang="zh-CN" sz="1200" dirty="0" err="1"/>
              <a:t>lowestCommonAncestor</a:t>
            </a:r>
            <a:r>
              <a:rPr lang="en-US" altLang="zh-CN" sz="1200" dirty="0"/>
              <a:t>(</a:t>
            </a:r>
            <a:r>
              <a:rPr lang="en-US" altLang="zh-CN" sz="1200" dirty="0" err="1"/>
              <a:t>root.right</a:t>
            </a:r>
            <a:r>
              <a:rPr lang="en-US" altLang="zh-CN" sz="1200" dirty="0"/>
              <a:t>, p, q);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if(left == null &amp;&amp; right == null) { // </a:t>
            </a:r>
            <a:r>
              <a:rPr lang="zh-CN" altLang="en-US" sz="1200" dirty="0"/>
              <a:t>若未找到节点 </a:t>
            </a:r>
            <a:r>
              <a:rPr lang="en-US" altLang="zh-CN" sz="1200" dirty="0"/>
              <a:t>p </a:t>
            </a:r>
            <a:r>
              <a:rPr lang="zh-CN" altLang="en-US" sz="1200" dirty="0"/>
              <a:t>或 </a:t>
            </a:r>
            <a:r>
              <a:rPr lang="en-US" altLang="zh-CN" sz="1200" dirty="0"/>
              <a:t>q</a:t>
            </a:r>
          </a:p>
          <a:p>
            <a:r>
              <a:rPr lang="en-US" altLang="zh-CN" sz="1200" dirty="0"/>
              <a:t>            return null;</a:t>
            </a:r>
          </a:p>
          <a:p>
            <a:r>
              <a:rPr lang="en-US" altLang="zh-CN" sz="1200" dirty="0"/>
              <a:t>        }else if(left == null &amp;&amp; right != null) { // </a:t>
            </a:r>
            <a:r>
              <a:rPr lang="zh-CN" altLang="en-US" sz="1200" dirty="0"/>
              <a:t>若找到一个节点</a:t>
            </a:r>
          </a:p>
          <a:p>
            <a:r>
              <a:rPr lang="zh-CN" altLang="en-US" sz="1200" dirty="0"/>
              <a:t>            </a:t>
            </a:r>
            <a:r>
              <a:rPr lang="en-US" altLang="zh-CN" sz="1200" dirty="0"/>
              <a:t>return right;</a:t>
            </a:r>
          </a:p>
          <a:p>
            <a:r>
              <a:rPr lang="en-US" altLang="zh-CN" sz="1200" dirty="0"/>
              <a:t>        }else if(left != null &amp;&amp; right == null) { // </a:t>
            </a:r>
            <a:r>
              <a:rPr lang="zh-CN" altLang="en-US" sz="1200" dirty="0"/>
              <a:t>若找到一个节点</a:t>
            </a:r>
          </a:p>
          <a:p>
            <a:r>
              <a:rPr lang="zh-CN" altLang="en-US" sz="1200" dirty="0"/>
              <a:t>            </a:t>
            </a:r>
            <a:r>
              <a:rPr lang="en-US" altLang="zh-CN" sz="1200" dirty="0"/>
              <a:t>return left;</a:t>
            </a:r>
          </a:p>
          <a:p>
            <a:r>
              <a:rPr lang="en-US" altLang="zh-CN" sz="1200" dirty="0"/>
              <a:t>        }else { // </a:t>
            </a:r>
            <a:r>
              <a:rPr lang="zh-CN" altLang="en-US" sz="1200" dirty="0"/>
              <a:t>若找到两个节点</a:t>
            </a:r>
          </a:p>
          <a:p>
            <a:r>
              <a:rPr lang="zh-CN" altLang="en-US" sz="1200" dirty="0"/>
              <a:t>            </a:t>
            </a:r>
            <a:r>
              <a:rPr lang="en-US" altLang="zh-CN" sz="1200" dirty="0"/>
              <a:t>return root;</a:t>
            </a:r>
          </a:p>
          <a:p>
            <a:r>
              <a:rPr lang="en-US" altLang="zh-CN" sz="1200" dirty="0"/>
              <a:t>        }</a:t>
            </a:r>
          </a:p>
          <a:p>
            <a:r>
              <a:rPr lang="en-US" altLang="zh-CN" sz="1200" dirty="0"/>
              <a:t>    }</a:t>
            </a:r>
            <a:endParaRPr lang="zh-CN" altLang="en-US" sz="1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301228-6FE0-9478-AB9B-9D3F2F298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3" y="6171614"/>
            <a:ext cx="2308436" cy="259006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1B36893-2475-BD23-2362-16C20A3CE530}"/>
              </a:ext>
            </a:extLst>
          </p:cNvPr>
          <p:cNvSpPr txBox="1"/>
          <p:nvPr/>
        </p:nvSpPr>
        <p:spPr>
          <a:xfrm>
            <a:off x="5461175" y="2291186"/>
            <a:ext cx="4275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1</a:t>
            </a:r>
            <a:r>
              <a:rPr lang="zh-CN" altLang="en-US" sz="1400" dirty="0"/>
              <a:t>层：左       节点</a:t>
            </a:r>
            <a:r>
              <a:rPr lang="en-US" altLang="zh-CN" sz="1400" dirty="0"/>
              <a:t>10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D8B7A0-AB0C-B12B-2FA2-E675906B129E}"/>
              </a:ext>
            </a:extLst>
          </p:cNvPr>
          <p:cNvSpPr txBox="1"/>
          <p:nvPr/>
        </p:nvSpPr>
        <p:spPr>
          <a:xfrm>
            <a:off x="5461175" y="2771746"/>
            <a:ext cx="4275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2</a:t>
            </a:r>
            <a:r>
              <a:rPr lang="zh-CN" altLang="en-US" sz="1400" dirty="0"/>
              <a:t>层：左              节点</a:t>
            </a:r>
            <a:r>
              <a:rPr lang="en-US" altLang="zh-CN" sz="1400" dirty="0"/>
              <a:t>1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B2A983-913A-CA41-0DF1-08D4A36AE872}"/>
              </a:ext>
            </a:extLst>
          </p:cNvPr>
          <p:cNvSpPr txBox="1"/>
          <p:nvPr/>
        </p:nvSpPr>
        <p:spPr>
          <a:xfrm>
            <a:off x="5461174" y="3252306"/>
            <a:ext cx="508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3</a:t>
            </a:r>
            <a:r>
              <a:rPr lang="zh-CN" altLang="en-US" sz="1400" dirty="0"/>
              <a:t>层：为空 返回</a:t>
            </a:r>
            <a:r>
              <a:rPr lang="en-US" altLang="zh-CN" sz="1400" dirty="0"/>
              <a:t>null</a:t>
            </a:r>
            <a:r>
              <a:rPr lang="zh-CN" altLang="en-US" sz="1400" dirty="0"/>
              <a:t>   节点</a:t>
            </a:r>
            <a:r>
              <a:rPr lang="en-US" altLang="zh-CN" sz="1400" dirty="0"/>
              <a:t>1</a:t>
            </a:r>
            <a:r>
              <a:rPr lang="zh-CN" altLang="en-US" sz="1400" dirty="0"/>
              <a:t>的左子树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1CE1BC-FA21-F6E3-0559-F46597EB9EFE}"/>
              </a:ext>
            </a:extLst>
          </p:cNvPr>
          <p:cNvSpPr txBox="1"/>
          <p:nvPr/>
        </p:nvSpPr>
        <p:spPr>
          <a:xfrm>
            <a:off x="5461175" y="3732866"/>
            <a:ext cx="4275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2</a:t>
            </a:r>
            <a:r>
              <a:rPr lang="zh-CN" altLang="en-US" sz="1400" dirty="0"/>
              <a:t>层：</a:t>
            </a:r>
            <a:r>
              <a:rPr lang="en-US" altLang="zh-CN" sz="1400" dirty="0"/>
              <a:t>left</a:t>
            </a:r>
            <a:r>
              <a:rPr lang="zh-CN" altLang="en-US" sz="1400" dirty="0"/>
              <a:t>返回</a:t>
            </a:r>
            <a:r>
              <a:rPr lang="en-US" altLang="zh-CN" sz="1400" dirty="0"/>
              <a:t>null</a:t>
            </a:r>
            <a:r>
              <a:rPr lang="zh-CN" altLang="en-US" sz="1400" dirty="0"/>
              <a:t>，进入</a:t>
            </a:r>
            <a:r>
              <a:rPr lang="en-US" altLang="zh-CN" sz="1400" dirty="0"/>
              <a:t>right</a:t>
            </a:r>
            <a:r>
              <a:rPr lang="zh-CN" altLang="en-US" sz="1400" dirty="0"/>
              <a:t>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900780-E129-C152-04CC-E51D6FA3825A}"/>
              </a:ext>
            </a:extLst>
          </p:cNvPr>
          <p:cNvSpPr txBox="1"/>
          <p:nvPr/>
        </p:nvSpPr>
        <p:spPr>
          <a:xfrm>
            <a:off x="5461175" y="4213426"/>
            <a:ext cx="4691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4</a:t>
            </a:r>
            <a:r>
              <a:rPr lang="zh-CN" altLang="en-US" sz="1400" dirty="0"/>
              <a:t>层：节点</a:t>
            </a:r>
            <a:r>
              <a:rPr lang="en-US" altLang="zh-CN" sz="1400" dirty="0"/>
              <a:t>1</a:t>
            </a:r>
            <a:r>
              <a:rPr lang="zh-CN" altLang="en-US" sz="1400" dirty="0"/>
              <a:t>的左右左右子树均为空，都返回</a:t>
            </a:r>
            <a:r>
              <a:rPr lang="en-US" altLang="zh-CN" sz="1400" dirty="0"/>
              <a:t>null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32A10E-1B55-9029-5BBE-478EE2AC5EE0}"/>
              </a:ext>
            </a:extLst>
          </p:cNvPr>
          <p:cNvSpPr txBox="1"/>
          <p:nvPr/>
        </p:nvSpPr>
        <p:spPr>
          <a:xfrm>
            <a:off x="5461174" y="4693986"/>
            <a:ext cx="6520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2</a:t>
            </a:r>
            <a:r>
              <a:rPr lang="zh-CN" altLang="en-US" sz="1400" dirty="0"/>
              <a:t>层：</a:t>
            </a:r>
            <a:r>
              <a:rPr lang="en-US" altLang="zh-CN" sz="1400" dirty="0"/>
              <a:t>left = null  right = null   </a:t>
            </a:r>
            <a:r>
              <a:rPr lang="zh-CN" altLang="en-US" sz="1400" dirty="0"/>
              <a:t>第二层结束返回</a:t>
            </a:r>
            <a:r>
              <a:rPr lang="en-US" altLang="zh-CN" sz="1400" dirty="0"/>
              <a:t>null  </a:t>
            </a:r>
            <a:r>
              <a:rPr lang="zh-CN" altLang="en-US" sz="1400" dirty="0"/>
              <a:t>返回到第</a:t>
            </a:r>
            <a:r>
              <a:rPr lang="en-US" altLang="zh-CN" sz="1400" dirty="0"/>
              <a:t>1</a:t>
            </a:r>
            <a:r>
              <a:rPr lang="zh-CN" altLang="en-US" sz="1400" dirty="0"/>
              <a:t>层  节点</a:t>
            </a:r>
            <a:r>
              <a:rPr lang="en-US" altLang="zh-CN" sz="1400" dirty="0"/>
              <a:t>10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7AF2E2-62DF-108C-A5E3-CA8BCDC7338A}"/>
              </a:ext>
            </a:extLst>
          </p:cNvPr>
          <p:cNvSpPr txBox="1"/>
          <p:nvPr/>
        </p:nvSpPr>
        <p:spPr>
          <a:xfrm>
            <a:off x="5461175" y="5174546"/>
            <a:ext cx="4780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1</a:t>
            </a:r>
            <a:r>
              <a:rPr lang="zh-CN" altLang="en-US" sz="1400" dirty="0"/>
              <a:t>层：</a:t>
            </a:r>
            <a:r>
              <a:rPr lang="en-US" altLang="zh-CN" sz="1400" dirty="0"/>
              <a:t>left = null  </a:t>
            </a:r>
            <a:r>
              <a:rPr lang="zh-CN" altLang="en-US" sz="1400" dirty="0"/>
              <a:t>节点</a:t>
            </a:r>
            <a:r>
              <a:rPr lang="en-US" altLang="zh-CN" sz="1400" dirty="0"/>
              <a:t>10</a:t>
            </a:r>
            <a:r>
              <a:rPr lang="zh-CN" altLang="en-US" sz="1400" dirty="0"/>
              <a:t>进入</a:t>
            </a:r>
            <a:r>
              <a:rPr lang="en-US" altLang="zh-CN" sz="1400" dirty="0"/>
              <a:t>right  </a:t>
            </a:r>
            <a:r>
              <a:rPr lang="zh-CN" altLang="en-US" sz="1400" dirty="0"/>
              <a:t>节点</a:t>
            </a:r>
            <a:r>
              <a:rPr lang="en-US" altLang="zh-CN" sz="1400" dirty="0"/>
              <a:t>7</a:t>
            </a:r>
            <a:endParaRPr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1B2841-A414-9585-E60A-74F527CCC71A}"/>
              </a:ext>
            </a:extLst>
          </p:cNvPr>
          <p:cNvSpPr txBox="1"/>
          <p:nvPr/>
        </p:nvSpPr>
        <p:spPr>
          <a:xfrm>
            <a:off x="5461175" y="5655106"/>
            <a:ext cx="4780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5</a:t>
            </a:r>
            <a:r>
              <a:rPr lang="zh-CN" altLang="en-US" sz="1400" dirty="0"/>
              <a:t>层：节点</a:t>
            </a:r>
            <a:r>
              <a:rPr lang="en-US" altLang="zh-CN" sz="1400" dirty="0"/>
              <a:t>7    </a:t>
            </a:r>
            <a:r>
              <a:rPr lang="zh-CN" altLang="en-US" sz="1400" dirty="0"/>
              <a:t>进入</a:t>
            </a:r>
            <a:r>
              <a:rPr lang="en-US" altLang="zh-CN" sz="1400" dirty="0"/>
              <a:t>left </a:t>
            </a:r>
            <a:r>
              <a:rPr lang="zh-CN" altLang="en-US" sz="1400" dirty="0"/>
              <a:t>节点</a:t>
            </a:r>
            <a:r>
              <a:rPr lang="en-US" altLang="zh-CN" sz="1400" dirty="0"/>
              <a:t>6</a:t>
            </a:r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53F5AE1-41A2-0030-45BD-410DE651247A}"/>
              </a:ext>
            </a:extLst>
          </p:cNvPr>
          <p:cNvSpPr txBox="1"/>
          <p:nvPr/>
        </p:nvSpPr>
        <p:spPr>
          <a:xfrm>
            <a:off x="5461174" y="6135666"/>
            <a:ext cx="67413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6</a:t>
            </a:r>
            <a:r>
              <a:rPr lang="zh-CN" altLang="en-US" sz="1400" dirty="0"/>
              <a:t>层：节点</a:t>
            </a:r>
            <a:r>
              <a:rPr lang="en-US" altLang="zh-CN" sz="1400" dirty="0"/>
              <a:t>6 </a:t>
            </a:r>
            <a:r>
              <a:rPr lang="zh-CN" altLang="en-US" sz="1400" dirty="0"/>
              <a:t>找到一个 返回节点</a:t>
            </a:r>
            <a:r>
              <a:rPr lang="en-US" altLang="zh-CN" sz="1400" dirty="0"/>
              <a:t>6  </a:t>
            </a:r>
            <a:r>
              <a:rPr lang="zh-CN" altLang="en-US" sz="1400" dirty="0"/>
              <a:t>退回到第</a:t>
            </a:r>
            <a:r>
              <a:rPr lang="en-US" altLang="zh-CN" sz="1400" dirty="0"/>
              <a:t>5</a:t>
            </a:r>
            <a:r>
              <a:rPr lang="zh-CN" altLang="en-US" sz="1400" dirty="0"/>
              <a:t>层 节点</a:t>
            </a:r>
            <a:r>
              <a:rPr lang="en-US" altLang="zh-CN" sz="1400" dirty="0"/>
              <a:t>7</a:t>
            </a:r>
            <a:endParaRPr lang="zh-CN" altLang="en-US" sz="1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804B38-B64E-0325-4AEF-9EBD1DBD0A7D}"/>
              </a:ext>
            </a:extLst>
          </p:cNvPr>
          <p:cNvSpPr txBox="1"/>
          <p:nvPr/>
        </p:nvSpPr>
        <p:spPr>
          <a:xfrm>
            <a:off x="5461175" y="6616226"/>
            <a:ext cx="6791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5</a:t>
            </a:r>
            <a:r>
              <a:rPr lang="zh-CN" altLang="en-US" sz="1400" dirty="0"/>
              <a:t>层：节点</a:t>
            </a:r>
            <a:r>
              <a:rPr lang="en-US" altLang="zh-CN" sz="1400" dirty="0"/>
              <a:t>7    left  = </a:t>
            </a:r>
            <a:r>
              <a:rPr lang="zh-CN" altLang="en-US" sz="1400" dirty="0"/>
              <a:t>节点</a:t>
            </a:r>
            <a:r>
              <a:rPr lang="en-US" altLang="zh-CN" sz="1400" dirty="0"/>
              <a:t>6   </a:t>
            </a:r>
            <a:r>
              <a:rPr lang="zh-CN" altLang="en-US" sz="1400" dirty="0"/>
              <a:t>进入右子树递归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65C6AD-1ADE-1453-768C-3C5BE2E7EBF3}"/>
              </a:ext>
            </a:extLst>
          </p:cNvPr>
          <p:cNvSpPr txBox="1"/>
          <p:nvPr/>
        </p:nvSpPr>
        <p:spPr>
          <a:xfrm>
            <a:off x="5461175" y="7096786"/>
            <a:ext cx="6791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7</a:t>
            </a:r>
            <a:r>
              <a:rPr lang="zh-CN" altLang="en-US" sz="1400" dirty="0"/>
              <a:t>层：节点</a:t>
            </a:r>
            <a:r>
              <a:rPr lang="en-US" altLang="zh-CN" sz="1400" dirty="0"/>
              <a:t>5</a:t>
            </a:r>
            <a:r>
              <a:rPr lang="zh-CN" altLang="en-US" sz="1400" dirty="0"/>
              <a:t>找到一个 返回节点</a:t>
            </a:r>
            <a:r>
              <a:rPr lang="en-US" altLang="zh-CN" sz="1400" dirty="0"/>
              <a:t>5  </a:t>
            </a:r>
            <a:r>
              <a:rPr lang="zh-CN" altLang="en-US" sz="1400" dirty="0"/>
              <a:t>退回到第</a:t>
            </a:r>
            <a:r>
              <a:rPr lang="en-US" altLang="zh-CN" sz="1400" dirty="0"/>
              <a:t>5</a:t>
            </a:r>
            <a:r>
              <a:rPr lang="zh-CN" altLang="en-US" sz="1400" dirty="0"/>
              <a:t>层 节点</a:t>
            </a:r>
            <a:r>
              <a:rPr lang="en-US" altLang="zh-CN" sz="1400" dirty="0"/>
              <a:t>7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5652B6-752C-09E3-586B-D41E305E2F05}"/>
              </a:ext>
            </a:extLst>
          </p:cNvPr>
          <p:cNvSpPr txBox="1"/>
          <p:nvPr/>
        </p:nvSpPr>
        <p:spPr>
          <a:xfrm>
            <a:off x="5461175" y="7577341"/>
            <a:ext cx="6634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5</a:t>
            </a:r>
            <a:r>
              <a:rPr lang="zh-CN" altLang="en-US" sz="1400" dirty="0"/>
              <a:t>层：节点</a:t>
            </a:r>
            <a:r>
              <a:rPr lang="en-US" altLang="zh-CN" sz="1400" dirty="0"/>
              <a:t>7    left  =</a:t>
            </a:r>
            <a:r>
              <a:rPr lang="zh-CN" altLang="en-US" sz="1400" dirty="0"/>
              <a:t>节点</a:t>
            </a:r>
            <a:r>
              <a:rPr lang="en-US" altLang="zh-CN" sz="1400" dirty="0"/>
              <a:t>6  right = </a:t>
            </a:r>
            <a:r>
              <a:rPr lang="zh-CN" altLang="en-US" sz="1400" dirty="0"/>
              <a:t>节点</a:t>
            </a:r>
            <a:r>
              <a:rPr lang="en-US" altLang="zh-CN" sz="1400" dirty="0"/>
              <a:t>5    </a:t>
            </a:r>
            <a:r>
              <a:rPr lang="zh-CN" altLang="en-US" sz="1400" dirty="0"/>
              <a:t>返回</a:t>
            </a:r>
            <a:r>
              <a:rPr lang="en-US" altLang="zh-CN" sz="1400" dirty="0"/>
              <a:t> </a:t>
            </a:r>
            <a:r>
              <a:rPr lang="zh-CN" altLang="en-US" sz="1400" dirty="0"/>
              <a:t>节点</a:t>
            </a:r>
            <a:r>
              <a:rPr lang="en-US" altLang="zh-CN" sz="1400" dirty="0"/>
              <a:t>7  </a:t>
            </a:r>
            <a:r>
              <a:rPr lang="zh-CN" altLang="en-US" sz="1400" dirty="0"/>
              <a:t>回到递归第</a:t>
            </a:r>
            <a:r>
              <a:rPr lang="en-US" altLang="zh-CN" sz="1400" dirty="0"/>
              <a:t>1</a:t>
            </a:r>
            <a:r>
              <a:rPr lang="zh-CN" altLang="en-US" sz="1400" dirty="0"/>
              <a:t>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A0B112D-A15A-9A62-5C19-2F9811B81C5B}"/>
              </a:ext>
            </a:extLst>
          </p:cNvPr>
          <p:cNvSpPr txBox="1"/>
          <p:nvPr/>
        </p:nvSpPr>
        <p:spPr>
          <a:xfrm>
            <a:off x="5461174" y="7954456"/>
            <a:ext cx="6634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1</a:t>
            </a:r>
            <a:r>
              <a:rPr lang="zh-CN" altLang="en-US" sz="1400" dirty="0"/>
              <a:t>层：</a:t>
            </a:r>
            <a:r>
              <a:rPr lang="en-US" altLang="zh-CN" sz="1400" dirty="0"/>
              <a:t> left = null  right = </a:t>
            </a:r>
            <a:r>
              <a:rPr lang="zh-CN" altLang="en-US" sz="1400" dirty="0"/>
              <a:t>节点</a:t>
            </a:r>
            <a:r>
              <a:rPr lang="en-US" altLang="zh-CN" sz="1400" dirty="0"/>
              <a:t>7        </a:t>
            </a:r>
            <a:r>
              <a:rPr lang="zh-CN" altLang="en-US" sz="1400" dirty="0"/>
              <a:t>返回节点</a:t>
            </a:r>
            <a:r>
              <a:rPr lang="en-US" altLang="zh-CN" sz="1400" dirty="0"/>
              <a:t>7</a:t>
            </a:r>
            <a:endParaRPr lang="zh-CN" alt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124159-374F-FAC1-C7AD-46BB8B3A5742}"/>
              </a:ext>
            </a:extLst>
          </p:cNvPr>
          <p:cNvSpPr txBox="1"/>
          <p:nvPr/>
        </p:nvSpPr>
        <p:spPr>
          <a:xfrm>
            <a:off x="5461174" y="8331571"/>
            <a:ext cx="6634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结束</a:t>
            </a:r>
          </a:p>
        </p:txBody>
      </p:sp>
    </p:spTree>
    <p:extLst>
      <p:ext uri="{BB962C8B-B14F-4D97-AF65-F5344CB8AC3E}">
        <p14:creationId xmlns:p14="http://schemas.microsoft.com/office/powerpoint/2010/main" val="1656015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49C5628-CFD7-1BDA-56AB-FEC15281F75B}"/>
              </a:ext>
            </a:extLst>
          </p:cNvPr>
          <p:cNvSpPr txBox="1"/>
          <p:nvPr/>
        </p:nvSpPr>
        <p:spPr>
          <a:xfrm>
            <a:off x="1" y="2038084"/>
            <a:ext cx="52972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public </a:t>
            </a:r>
            <a:r>
              <a:rPr lang="en-US" altLang="zh-CN" sz="1200" b="1" dirty="0" err="1"/>
              <a:t>TreeNode</a:t>
            </a:r>
            <a:r>
              <a:rPr lang="en-US" altLang="zh-CN" sz="1200" b="1" dirty="0"/>
              <a:t> </a:t>
            </a:r>
            <a:r>
              <a:rPr lang="en-US" altLang="zh-CN" sz="1200" b="1" dirty="0" err="1"/>
              <a:t>lowestCommonAncestor</a:t>
            </a:r>
            <a:r>
              <a:rPr lang="en-US" altLang="zh-CN" sz="1200" b="1" dirty="0"/>
              <a:t>(</a:t>
            </a:r>
            <a:r>
              <a:rPr lang="en-US" altLang="zh-CN" sz="1200" b="1" dirty="0" err="1"/>
              <a:t>TreeNode</a:t>
            </a:r>
            <a:r>
              <a:rPr lang="en-US" altLang="zh-CN" sz="1200" b="1" dirty="0"/>
              <a:t> root, </a:t>
            </a:r>
            <a:r>
              <a:rPr lang="en-US" altLang="zh-CN" sz="1200" b="1" dirty="0" err="1"/>
              <a:t>TreeNode</a:t>
            </a:r>
            <a:r>
              <a:rPr lang="en-US" altLang="zh-CN" sz="1200" b="1" dirty="0"/>
              <a:t> p, </a:t>
            </a:r>
            <a:r>
              <a:rPr lang="en-US" altLang="zh-CN" sz="1200" b="1" dirty="0" err="1"/>
              <a:t>TreeNode</a:t>
            </a:r>
            <a:r>
              <a:rPr lang="en-US" altLang="zh-CN" sz="1200" b="1" dirty="0"/>
              <a:t> q) </a:t>
            </a:r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        if (root == null || root == p || root == q) { // </a:t>
            </a:r>
            <a:r>
              <a:rPr lang="zh-CN" altLang="en-US" sz="1200" dirty="0"/>
              <a:t>递归结束条件</a:t>
            </a:r>
          </a:p>
          <a:p>
            <a:r>
              <a:rPr lang="zh-CN" altLang="en-US" sz="1200" dirty="0"/>
              <a:t>            </a:t>
            </a:r>
            <a:r>
              <a:rPr lang="en-US" altLang="zh-CN" sz="1200" dirty="0"/>
              <a:t>return root;</a:t>
            </a:r>
          </a:p>
          <a:p>
            <a:r>
              <a:rPr lang="en-US" altLang="zh-CN" sz="1200" dirty="0"/>
              <a:t>        }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// </a:t>
            </a:r>
            <a:r>
              <a:rPr lang="zh-CN" altLang="en-US" sz="1200" dirty="0"/>
              <a:t>后序遍历</a:t>
            </a:r>
          </a:p>
          <a:p>
            <a:r>
              <a:rPr lang="zh-CN" altLang="en-US" sz="1200" dirty="0"/>
              <a:t>        </a:t>
            </a:r>
            <a:r>
              <a:rPr lang="en-US" altLang="zh-CN" sz="1200" dirty="0" err="1"/>
              <a:t>TreeNode</a:t>
            </a:r>
            <a:r>
              <a:rPr lang="en-US" altLang="zh-CN" sz="1200" dirty="0"/>
              <a:t> left = </a:t>
            </a:r>
            <a:r>
              <a:rPr lang="en-US" altLang="zh-CN" sz="1200" dirty="0" err="1"/>
              <a:t>lowestCommonAncestor</a:t>
            </a:r>
            <a:r>
              <a:rPr lang="en-US" altLang="zh-CN" sz="1200" dirty="0"/>
              <a:t>(</a:t>
            </a:r>
            <a:r>
              <a:rPr lang="en-US" altLang="zh-CN" sz="1200" dirty="0" err="1"/>
              <a:t>root.left</a:t>
            </a:r>
            <a:r>
              <a:rPr lang="en-US" altLang="zh-CN" sz="1200" dirty="0"/>
              <a:t>, p, q);</a:t>
            </a:r>
          </a:p>
          <a:p>
            <a:r>
              <a:rPr lang="en-US" altLang="zh-CN" sz="1200" dirty="0"/>
              <a:t>        </a:t>
            </a:r>
            <a:r>
              <a:rPr lang="en-US" altLang="zh-CN" sz="1200" dirty="0" err="1"/>
              <a:t>TreeNode</a:t>
            </a:r>
            <a:r>
              <a:rPr lang="en-US" altLang="zh-CN" sz="1200" dirty="0"/>
              <a:t> right = </a:t>
            </a:r>
            <a:r>
              <a:rPr lang="en-US" altLang="zh-CN" sz="1200" dirty="0" err="1"/>
              <a:t>lowestCommonAncestor</a:t>
            </a:r>
            <a:r>
              <a:rPr lang="en-US" altLang="zh-CN" sz="1200" dirty="0"/>
              <a:t>(</a:t>
            </a:r>
            <a:r>
              <a:rPr lang="en-US" altLang="zh-CN" sz="1200" dirty="0" err="1"/>
              <a:t>root.right</a:t>
            </a:r>
            <a:r>
              <a:rPr lang="en-US" altLang="zh-CN" sz="1200" dirty="0"/>
              <a:t>, p, q);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if(left == null &amp;&amp; right == null) { // </a:t>
            </a:r>
            <a:r>
              <a:rPr lang="zh-CN" altLang="en-US" sz="1200" dirty="0"/>
              <a:t>若未找到节点 </a:t>
            </a:r>
            <a:r>
              <a:rPr lang="en-US" altLang="zh-CN" sz="1200" dirty="0"/>
              <a:t>p </a:t>
            </a:r>
            <a:r>
              <a:rPr lang="zh-CN" altLang="en-US" sz="1200" dirty="0"/>
              <a:t>或 </a:t>
            </a:r>
            <a:r>
              <a:rPr lang="en-US" altLang="zh-CN" sz="1200" dirty="0"/>
              <a:t>q</a:t>
            </a:r>
          </a:p>
          <a:p>
            <a:r>
              <a:rPr lang="en-US" altLang="zh-CN" sz="1200" dirty="0"/>
              <a:t>            return null;</a:t>
            </a:r>
          </a:p>
          <a:p>
            <a:r>
              <a:rPr lang="en-US" altLang="zh-CN" sz="1200" dirty="0"/>
              <a:t>        }else if(left == null &amp;&amp; right != null) { // </a:t>
            </a:r>
            <a:r>
              <a:rPr lang="zh-CN" altLang="en-US" sz="1200" dirty="0"/>
              <a:t>若找到一个节点</a:t>
            </a:r>
          </a:p>
          <a:p>
            <a:r>
              <a:rPr lang="zh-CN" altLang="en-US" sz="1200" dirty="0"/>
              <a:t>            </a:t>
            </a:r>
            <a:r>
              <a:rPr lang="en-US" altLang="zh-CN" sz="1200" dirty="0"/>
              <a:t>return right;</a:t>
            </a:r>
          </a:p>
          <a:p>
            <a:r>
              <a:rPr lang="en-US" altLang="zh-CN" sz="1200" dirty="0"/>
              <a:t>        }else if(left != null &amp;&amp; right == null) { // </a:t>
            </a:r>
            <a:r>
              <a:rPr lang="zh-CN" altLang="en-US" sz="1200" dirty="0"/>
              <a:t>若找到一个节点</a:t>
            </a:r>
          </a:p>
          <a:p>
            <a:r>
              <a:rPr lang="zh-CN" altLang="en-US" sz="1200" dirty="0"/>
              <a:t>            </a:t>
            </a:r>
            <a:r>
              <a:rPr lang="en-US" altLang="zh-CN" sz="1200" dirty="0"/>
              <a:t>return left;</a:t>
            </a:r>
          </a:p>
          <a:p>
            <a:r>
              <a:rPr lang="en-US" altLang="zh-CN" sz="1200" dirty="0"/>
              <a:t>        }else { // </a:t>
            </a:r>
            <a:r>
              <a:rPr lang="zh-CN" altLang="en-US" sz="1200" dirty="0"/>
              <a:t>若找到两个节点</a:t>
            </a:r>
          </a:p>
          <a:p>
            <a:r>
              <a:rPr lang="zh-CN" altLang="en-US" sz="1200" dirty="0"/>
              <a:t>            </a:t>
            </a:r>
            <a:r>
              <a:rPr lang="en-US" altLang="zh-CN" sz="1200" dirty="0"/>
              <a:t>return root;</a:t>
            </a:r>
          </a:p>
          <a:p>
            <a:r>
              <a:rPr lang="en-US" altLang="zh-CN" sz="1200" dirty="0"/>
              <a:t>        }</a:t>
            </a:r>
          </a:p>
          <a:p>
            <a:r>
              <a:rPr lang="en-US" altLang="zh-CN" sz="1200" dirty="0"/>
              <a:t>    }</a:t>
            </a:r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B36893-2475-BD23-2362-16C20A3CE530}"/>
              </a:ext>
            </a:extLst>
          </p:cNvPr>
          <p:cNvSpPr txBox="1"/>
          <p:nvPr/>
        </p:nvSpPr>
        <p:spPr>
          <a:xfrm>
            <a:off x="5461175" y="2291186"/>
            <a:ext cx="4275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1</a:t>
            </a:r>
            <a:r>
              <a:rPr lang="zh-CN" altLang="en-US" sz="1400" dirty="0"/>
              <a:t>层：左       节点</a:t>
            </a:r>
            <a:r>
              <a:rPr lang="en-US" altLang="zh-CN" sz="1400" dirty="0"/>
              <a:t>10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D8B7A0-AB0C-B12B-2FA2-E675906B129E}"/>
              </a:ext>
            </a:extLst>
          </p:cNvPr>
          <p:cNvSpPr txBox="1"/>
          <p:nvPr/>
        </p:nvSpPr>
        <p:spPr>
          <a:xfrm>
            <a:off x="5461175" y="2771746"/>
            <a:ext cx="4275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2</a:t>
            </a:r>
            <a:r>
              <a:rPr lang="zh-CN" altLang="en-US" sz="1400" dirty="0"/>
              <a:t>层：左              节点</a:t>
            </a:r>
            <a:r>
              <a:rPr lang="en-US" altLang="zh-CN" sz="1400" dirty="0"/>
              <a:t>1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B2A983-913A-CA41-0DF1-08D4A36AE872}"/>
              </a:ext>
            </a:extLst>
          </p:cNvPr>
          <p:cNvSpPr txBox="1"/>
          <p:nvPr/>
        </p:nvSpPr>
        <p:spPr>
          <a:xfrm>
            <a:off x="5461174" y="3252306"/>
            <a:ext cx="5082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3</a:t>
            </a:r>
            <a:r>
              <a:rPr lang="zh-CN" altLang="en-US" sz="1400" dirty="0"/>
              <a:t>层：为空 返回</a:t>
            </a:r>
            <a:r>
              <a:rPr lang="en-US" altLang="zh-CN" sz="1400" dirty="0"/>
              <a:t>null</a:t>
            </a:r>
            <a:r>
              <a:rPr lang="zh-CN" altLang="en-US" sz="1400" dirty="0"/>
              <a:t>   节点</a:t>
            </a:r>
            <a:r>
              <a:rPr lang="en-US" altLang="zh-CN" sz="1400" dirty="0"/>
              <a:t>1</a:t>
            </a:r>
            <a:r>
              <a:rPr lang="zh-CN" altLang="en-US" sz="1400" dirty="0"/>
              <a:t>的左子树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1CE1BC-FA21-F6E3-0559-F46597EB9EFE}"/>
              </a:ext>
            </a:extLst>
          </p:cNvPr>
          <p:cNvSpPr txBox="1"/>
          <p:nvPr/>
        </p:nvSpPr>
        <p:spPr>
          <a:xfrm>
            <a:off x="5461175" y="3732866"/>
            <a:ext cx="4275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2</a:t>
            </a:r>
            <a:r>
              <a:rPr lang="zh-CN" altLang="en-US" sz="1400" dirty="0"/>
              <a:t>层：</a:t>
            </a:r>
            <a:r>
              <a:rPr lang="en-US" altLang="zh-CN" sz="1400" dirty="0"/>
              <a:t>left</a:t>
            </a:r>
            <a:r>
              <a:rPr lang="zh-CN" altLang="en-US" sz="1400" dirty="0"/>
              <a:t>返回</a:t>
            </a:r>
            <a:r>
              <a:rPr lang="en-US" altLang="zh-CN" sz="1400" dirty="0"/>
              <a:t>null</a:t>
            </a:r>
            <a:r>
              <a:rPr lang="zh-CN" altLang="en-US" sz="1400" dirty="0"/>
              <a:t>，进入</a:t>
            </a:r>
            <a:r>
              <a:rPr lang="en-US" altLang="zh-CN" sz="1400" dirty="0"/>
              <a:t>right</a:t>
            </a:r>
            <a:r>
              <a:rPr lang="zh-CN" altLang="en-US" sz="1400" dirty="0"/>
              <a:t>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900780-E129-C152-04CC-E51D6FA3825A}"/>
              </a:ext>
            </a:extLst>
          </p:cNvPr>
          <p:cNvSpPr txBox="1"/>
          <p:nvPr/>
        </p:nvSpPr>
        <p:spPr>
          <a:xfrm>
            <a:off x="5461175" y="4213426"/>
            <a:ext cx="4691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4</a:t>
            </a:r>
            <a:r>
              <a:rPr lang="zh-CN" altLang="en-US" sz="1400" dirty="0"/>
              <a:t>层：节点</a:t>
            </a:r>
            <a:r>
              <a:rPr lang="en-US" altLang="zh-CN" sz="1400" dirty="0"/>
              <a:t>1</a:t>
            </a:r>
            <a:r>
              <a:rPr lang="zh-CN" altLang="en-US" sz="1400" dirty="0"/>
              <a:t>的左右左右子树均为空，都返回</a:t>
            </a:r>
            <a:r>
              <a:rPr lang="en-US" altLang="zh-CN" sz="1400" dirty="0"/>
              <a:t>null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32A10E-1B55-9029-5BBE-478EE2AC5EE0}"/>
              </a:ext>
            </a:extLst>
          </p:cNvPr>
          <p:cNvSpPr txBox="1"/>
          <p:nvPr/>
        </p:nvSpPr>
        <p:spPr>
          <a:xfrm>
            <a:off x="5461174" y="4693986"/>
            <a:ext cx="6520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2</a:t>
            </a:r>
            <a:r>
              <a:rPr lang="zh-CN" altLang="en-US" sz="1400" dirty="0"/>
              <a:t>层：</a:t>
            </a:r>
            <a:r>
              <a:rPr lang="en-US" altLang="zh-CN" sz="1400" dirty="0"/>
              <a:t>left = null  right = null   </a:t>
            </a:r>
            <a:r>
              <a:rPr lang="zh-CN" altLang="en-US" sz="1400" dirty="0"/>
              <a:t>第二层结束返回</a:t>
            </a:r>
            <a:r>
              <a:rPr lang="en-US" altLang="zh-CN" sz="1400" dirty="0"/>
              <a:t>null  </a:t>
            </a:r>
            <a:r>
              <a:rPr lang="zh-CN" altLang="en-US" sz="1400" dirty="0"/>
              <a:t>返回到第</a:t>
            </a:r>
            <a:r>
              <a:rPr lang="en-US" altLang="zh-CN" sz="1400" dirty="0"/>
              <a:t>1</a:t>
            </a:r>
            <a:r>
              <a:rPr lang="zh-CN" altLang="en-US" sz="1400" dirty="0"/>
              <a:t>层  节点</a:t>
            </a:r>
            <a:r>
              <a:rPr lang="en-US" altLang="zh-CN" sz="1400" dirty="0"/>
              <a:t>10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7AF2E2-62DF-108C-A5E3-CA8BCDC7338A}"/>
              </a:ext>
            </a:extLst>
          </p:cNvPr>
          <p:cNvSpPr txBox="1"/>
          <p:nvPr/>
        </p:nvSpPr>
        <p:spPr>
          <a:xfrm>
            <a:off x="5461175" y="5174546"/>
            <a:ext cx="4780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1</a:t>
            </a:r>
            <a:r>
              <a:rPr lang="zh-CN" altLang="en-US" sz="1400" dirty="0"/>
              <a:t>层：</a:t>
            </a:r>
            <a:r>
              <a:rPr lang="en-US" altLang="zh-CN" sz="1400" dirty="0"/>
              <a:t>left = null  </a:t>
            </a:r>
            <a:r>
              <a:rPr lang="zh-CN" altLang="en-US" sz="1400" dirty="0"/>
              <a:t>节点</a:t>
            </a:r>
            <a:r>
              <a:rPr lang="en-US" altLang="zh-CN" sz="1400" dirty="0"/>
              <a:t>10</a:t>
            </a:r>
            <a:r>
              <a:rPr lang="zh-CN" altLang="en-US" sz="1400" dirty="0"/>
              <a:t>进入</a:t>
            </a:r>
            <a:r>
              <a:rPr lang="en-US" altLang="zh-CN" sz="1400" dirty="0"/>
              <a:t>right  </a:t>
            </a:r>
            <a:r>
              <a:rPr lang="zh-CN" altLang="en-US" sz="1400" dirty="0"/>
              <a:t>节点</a:t>
            </a:r>
            <a:r>
              <a:rPr lang="en-US" altLang="zh-CN" sz="1400" dirty="0"/>
              <a:t>7</a:t>
            </a:r>
            <a:endParaRPr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1B2841-A414-9585-E60A-74F527CCC71A}"/>
              </a:ext>
            </a:extLst>
          </p:cNvPr>
          <p:cNvSpPr txBox="1"/>
          <p:nvPr/>
        </p:nvSpPr>
        <p:spPr>
          <a:xfrm>
            <a:off x="5461174" y="5669108"/>
            <a:ext cx="5398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5</a:t>
            </a:r>
            <a:r>
              <a:rPr lang="zh-CN" altLang="en-US" sz="1400" dirty="0"/>
              <a:t>层：节点</a:t>
            </a:r>
            <a:r>
              <a:rPr lang="en-US" altLang="zh-CN" sz="1400" dirty="0"/>
              <a:t>7    </a:t>
            </a:r>
            <a:r>
              <a:rPr lang="zh-CN" altLang="en-US" sz="1400" dirty="0"/>
              <a:t>符合条件  返回节点</a:t>
            </a:r>
            <a:r>
              <a:rPr lang="en-US" altLang="zh-CN" sz="1400" dirty="0"/>
              <a:t>7  </a:t>
            </a:r>
            <a:r>
              <a:rPr lang="zh-CN" altLang="en-US" sz="1400" dirty="0"/>
              <a:t>返回递归第</a:t>
            </a:r>
            <a:r>
              <a:rPr lang="en-US" altLang="zh-CN" sz="1400" dirty="0"/>
              <a:t>1</a:t>
            </a:r>
            <a:r>
              <a:rPr lang="zh-CN" altLang="en-US" sz="1400" dirty="0"/>
              <a:t>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124159-374F-FAC1-C7AD-46BB8B3A5742}"/>
              </a:ext>
            </a:extLst>
          </p:cNvPr>
          <p:cNvSpPr txBox="1"/>
          <p:nvPr/>
        </p:nvSpPr>
        <p:spPr>
          <a:xfrm>
            <a:off x="5461174" y="6789009"/>
            <a:ext cx="6634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结束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A7E3B3-A423-8DF4-F410-93A77629E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44" y="6149833"/>
            <a:ext cx="1729890" cy="195851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F8EB54D-7187-ACEF-8D50-3C7B29633861}"/>
              </a:ext>
            </a:extLst>
          </p:cNvPr>
          <p:cNvSpPr txBox="1"/>
          <p:nvPr/>
        </p:nvSpPr>
        <p:spPr>
          <a:xfrm>
            <a:off x="1715024" y="592022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节点</a:t>
            </a:r>
            <a:r>
              <a:rPr lang="en-US" altLang="zh-CN" dirty="0"/>
              <a:t>7</a:t>
            </a:r>
            <a:r>
              <a:rPr lang="zh-CN" altLang="en-US" dirty="0"/>
              <a:t>和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7070716-CA74-8502-0E9D-56E00A485203}"/>
              </a:ext>
            </a:extLst>
          </p:cNvPr>
          <p:cNvSpPr txBox="1"/>
          <p:nvPr/>
        </p:nvSpPr>
        <p:spPr>
          <a:xfrm>
            <a:off x="5461174" y="6139788"/>
            <a:ext cx="4780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递归第</a:t>
            </a:r>
            <a:r>
              <a:rPr lang="en-US" altLang="zh-CN" sz="1400" dirty="0"/>
              <a:t>1</a:t>
            </a:r>
            <a:r>
              <a:rPr lang="zh-CN" altLang="en-US" sz="1400" dirty="0"/>
              <a:t>层：</a:t>
            </a:r>
            <a:r>
              <a:rPr lang="en-US" altLang="zh-CN" sz="1400" dirty="0"/>
              <a:t> left = null </a:t>
            </a:r>
            <a:r>
              <a:rPr lang="zh-CN" altLang="en-US" sz="1400" dirty="0"/>
              <a:t>，</a:t>
            </a:r>
            <a:r>
              <a:rPr lang="en-US" altLang="zh-CN" sz="1400" dirty="0"/>
              <a:t>right = </a:t>
            </a:r>
            <a:r>
              <a:rPr lang="zh-CN" altLang="en-US" sz="1400" dirty="0"/>
              <a:t>节点</a:t>
            </a:r>
            <a:r>
              <a:rPr lang="en-US" altLang="zh-CN" sz="1400" dirty="0"/>
              <a:t>7   </a:t>
            </a:r>
            <a:r>
              <a:rPr lang="zh-CN" altLang="en-US" sz="1400" dirty="0"/>
              <a:t>返回节点</a:t>
            </a:r>
            <a:r>
              <a:rPr lang="en-US" altLang="zh-CN" sz="1400" dirty="0"/>
              <a:t>7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46325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117FD38-A076-90FA-FA10-03AA5A4EE4E7}"/>
              </a:ext>
            </a:extLst>
          </p:cNvPr>
          <p:cNvSpPr txBox="1"/>
          <p:nvPr/>
        </p:nvSpPr>
        <p:spPr>
          <a:xfrm>
            <a:off x="258554" y="228619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链表反转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1A5B96-DED4-40EB-6F3A-1A11E0444C02}"/>
              </a:ext>
            </a:extLst>
          </p:cNvPr>
          <p:cNvSpPr txBox="1"/>
          <p:nvPr/>
        </p:nvSpPr>
        <p:spPr>
          <a:xfrm>
            <a:off x="108783" y="2655524"/>
            <a:ext cx="515059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Solution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267F9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795E2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reverseList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267F9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终止条件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sz="1400" dirty="0">
                <a:solidFill>
                  <a:srgbClr val="AF00DB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(head ==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400" dirty="0">
                <a:solidFill>
                  <a:srgbClr val="AF00DB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sz="1400" dirty="0">
                <a:solidFill>
                  <a:srgbClr val="AF00DB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1400" dirty="0">
                <a:solidFill>
                  <a:srgbClr val="AF00DB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head;</a:t>
            </a:r>
          </a:p>
          <a:p>
            <a:b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单层递归逻辑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sz="1400" dirty="0" err="1">
                <a:solidFill>
                  <a:srgbClr val="267F9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newHead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solidFill>
                  <a:srgbClr val="795E2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reverseList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sz="14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head;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sz="14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返回结果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sz="1400" dirty="0" err="1">
                <a:solidFill>
                  <a:srgbClr val="267F9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newHead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555E565-EB78-F874-A0B6-B0C0178870F2}"/>
              </a:ext>
            </a:extLst>
          </p:cNvPr>
          <p:cNvGrpSpPr/>
          <p:nvPr/>
        </p:nvGrpSpPr>
        <p:grpSpPr>
          <a:xfrm>
            <a:off x="6868476" y="2530776"/>
            <a:ext cx="3115266" cy="391885"/>
            <a:chOff x="196510" y="4223800"/>
            <a:chExt cx="3115266" cy="391885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D272326B-BD50-09AA-3045-9323604E1382}"/>
                </a:ext>
              </a:extLst>
            </p:cNvPr>
            <p:cNvSpPr/>
            <p:nvPr/>
          </p:nvSpPr>
          <p:spPr>
            <a:xfrm>
              <a:off x="2919891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99F16E39-656D-C354-AF73-B3171BCE6988}"/>
                </a:ext>
              </a:extLst>
            </p:cNvPr>
            <p:cNvSpPr/>
            <p:nvPr/>
          </p:nvSpPr>
          <p:spPr>
            <a:xfrm>
              <a:off x="1104304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49CC5A7A-CD3D-16F5-4D07-CA04366DA2ED}"/>
                </a:ext>
              </a:extLst>
            </p:cNvPr>
            <p:cNvSpPr/>
            <p:nvPr/>
          </p:nvSpPr>
          <p:spPr>
            <a:xfrm>
              <a:off x="2012098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545DA832-007B-40E7-B99B-91C277F96B46}"/>
                </a:ext>
              </a:extLst>
            </p:cNvPr>
            <p:cNvSpPr/>
            <p:nvPr/>
          </p:nvSpPr>
          <p:spPr>
            <a:xfrm>
              <a:off x="196510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426708B5-8956-3765-9D56-1B0125357301}"/>
                </a:ext>
              </a:extLst>
            </p:cNvPr>
            <p:cNvCxnSpPr>
              <a:stCxn id="32" idx="6"/>
              <a:endCxn id="30" idx="2"/>
            </p:cNvCxnSpPr>
            <p:nvPr/>
          </p:nvCxnSpPr>
          <p:spPr>
            <a:xfrm>
              <a:off x="588395" y="4419743"/>
              <a:ext cx="5159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E131B66F-43BC-06EC-7F53-0093F6225FAE}"/>
                </a:ext>
              </a:extLst>
            </p:cNvPr>
            <p:cNvCxnSpPr>
              <a:stCxn id="30" idx="6"/>
              <a:endCxn id="31" idx="2"/>
            </p:cNvCxnSpPr>
            <p:nvPr/>
          </p:nvCxnSpPr>
          <p:spPr>
            <a:xfrm>
              <a:off x="1496189" y="4419743"/>
              <a:ext cx="5159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C601A095-57E7-A7E7-B37F-46A409A74783}"/>
                </a:ext>
              </a:extLst>
            </p:cNvPr>
            <p:cNvCxnSpPr>
              <a:stCxn id="31" idx="6"/>
              <a:endCxn id="29" idx="2"/>
            </p:cNvCxnSpPr>
            <p:nvPr/>
          </p:nvCxnSpPr>
          <p:spPr>
            <a:xfrm>
              <a:off x="2403983" y="4419743"/>
              <a:ext cx="5159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62047C26-47A2-7C25-0EBB-B74E760A0A5C}"/>
              </a:ext>
            </a:extLst>
          </p:cNvPr>
          <p:cNvSpPr txBox="1"/>
          <p:nvPr/>
        </p:nvSpPr>
        <p:spPr>
          <a:xfrm>
            <a:off x="6784619" y="3061848"/>
            <a:ext cx="38035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267F9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newHead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rgbClr val="795E2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reverseList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2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第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层</a:t>
            </a:r>
            <a:endParaRPr lang="en-US" altLang="zh-C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8D0833D-AA2D-A6BE-1A1C-A8E154CAB843}"/>
              </a:ext>
            </a:extLst>
          </p:cNvPr>
          <p:cNvSpPr txBox="1"/>
          <p:nvPr/>
        </p:nvSpPr>
        <p:spPr>
          <a:xfrm>
            <a:off x="6658345" y="2080119"/>
            <a:ext cx="86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endParaRPr lang="zh-CN" altLang="en-US" dirty="0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AAF65E13-79E7-F1CF-1D24-A12786CAAE67}"/>
              </a:ext>
            </a:extLst>
          </p:cNvPr>
          <p:cNvGrpSpPr/>
          <p:nvPr/>
        </p:nvGrpSpPr>
        <p:grpSpPr>
          <a:xfrm>
            <a:off x="6868476" y="4138859"/>
            <a:ext cx="3115266" cy="391885"/>
            <a:chOff x="196510" y="4223800"/>
            <a:chExt cx="3115266" cy="391885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DBD6B468-3C97-677F-9299-47E70AE11FF5}"/>
                </a:ext>
              </a:extLst>
            </p:cNvPr>
            <p:cNvSpPr/>
            <p:nvPr/>
          </p:nvSpPr>
          <p:spPr>
            <a:xfrm>
              <a:off x="2919891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3EAACF2C-9212-5F30-EBE8-85CF5DEAB845}"/>
                </a:ext>
              </a:extLst>
            </p:cNvPr>
            <p:cNvSpPr/>
            <p:nvPr/>
          </p:nvSpPr>
          <p:spPr>
            <a:xfrm>
              <a:off x="1104304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4FB6ACEE-7D1F-64F0-9B9A-7CED1A99F784}"/>
                </a:ext>
              </a:extLst>
            </p:cNvPr>
            <p:cNvSpPr/>
            <p:nvPr/>
          </p:nvSpPr>
          <p:spPr>
            <a:xfrm>
              <a:off x="2012098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313FBB92-75BF-2A26-FEFD-2809012D05A0}"/>
                </a:ext>
              </a:extLst>
            </p:cNvPr>
            <p:cNvSpPr/>
            <p:nvPr/>
          </p:nvSpPr>
          <p:spPr>
            <a:xfrm>
              <a:off x="196510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A6B21170-68F5-19F1-1938-199995B3B828}"/>
                </a:ext>
              </a:extLst>
            </p:cNvPr>
            <p:cNvCxnSpPr>
              <a:stCxn id="44" idx="6"/>
              <a:endCxn id="42" idx="2"/>
            </p:cNvCxnSpPr>
            <p:nvPr/>
          </p:nvCxnSpPr>
          <p:spPr>
            <a:xfrm>
              <a:off x="588395" y="4419743"/>
              <a:ext cx="5159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7BF2B0A7-75B6-39A9-12FC-41C346F2F03B}"/>
                </a:ext>
              </a:extLst>
            </p:cNvPr>
            <p:cNvCxnSpPr>
              <a:stCxn id="42" idx="6"/>
              <a:endCxn id="43" idx="2"/>
            </p:cNvCxnSpPr>
            <p:nvPr/>
          </p:nvCxnSpPr>
          <p:spPr>
            <a:xfrm>
              <a:off x="1496189" y="4419743"/>
              <a:ext cx="5159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48E4CC4A-186E-7EF6-2FFB-342011071E72}"/>
                </a:ext>
              </a:extLst>
            </p:cNvPr>
            <p:cNvCxnSpPr>
              <a:stCxn id="43" idx="6"/>
              <a:endCxn id="41" idx="2"/>
            </p:cNvCxnSpPr>
            <p:nvPr/>
          </p:nvCxnSpPr>
          <p:spPr>
            <a:xfrm>
              <a:off x="2403983" y="4419743"/>
              <a:ext cx="5159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65365B12-2092-E6EB-2FCE-F34EE994E667}"/>
              </a:ext>
            </a:extLst>
          </p:cNvPr>
          <p:cNvSpPr txBox="1"/>
          <p:nvPr/>
        </p:nvSpPr>
        <p:spPr>
          <a:xfrm>
            <a:off x="6784619" y="4669931"/>
            <a:ext cx="38035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267F9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newHead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rgbClr val="795E2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reverseList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2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第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层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newHead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node(4);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newHead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node(4);</a:t>
            </a:r>
          </a:p>
          <a:p>
            <a:endParaRPr lang="en-US" altLang="zh-C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93D9E46-D9C2-626A-5FA8-570DACDEA1BD}"/>
              </a:ext>
            </a:extLst>
          </p:cNvPr>
          <p:cNvSpPr txBox="1"/>
          <p:nvPr/>
        </p:nvSpPr>
        <p:spPr>
          <a:xfrm>
            <a:off x="7616889" y="3786628"/>
            <a:ext cx="86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endParaRPr lang="zh-CN" altLang="en-US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EA829CD0-9FD9-373A-F859-1DCEBB3E8353}"/>
              </a:ext>
            </a:extLst>
          </p:cNvPr>
          <p:cNvGrpSpPr/>
          <p:nvPr/>
        </p:nvGrpSpPr>
        <p:grpSpPr>
          <a:xfrm>
            <a:off x="6886386" y="5668526"/>
            <a:ext cx="3115266" cy="391885"/>
            <a:chOff x="196510" y="4223800"/>
            <a:chExt cx="3115266" cy="391885"/>
          </a:xfrm>
        </p:grpSpPr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175BE28F-9248-E9E8-16F1-4BC3A4BE010C}"/>
                </a:ext>
              </a:extLst>
            </p:cNvPr>
            <p:cNvSpPr/>
            <p:nvPr/>
          </p:nvSpPr>
          <p:spPr>
            <a:xfrm>
              <a:off x="2919891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AE2C45D9-8417-FEAC-B988-B56E89751E05}"/>
                </a:ext>
              </a:extLst>
            </p:cNvPr>
            <p:cNvSpPr/>
            <p:nvPr/>
          </p:nvSpPr>
          <p:spPr>
            <a:xfrm>
              <a:off x="1104304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A85080D6-2A7A-07B1-E911-1B41F69E481D}"/>
                </a:ext>
              </a:extLst>
            </p:cNvPr>
            <p:cNvSpPr/>
            <p:nvPr/>
          </p:nvSpPr>
          <p:spPr>
            <a:xfrm>
              <a:off x="2012098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AAD73282-839A-6415-E4C2-69D8580769D7}"/>
                </a:ext>
              </a:extLst>
            </p:cNvPr>
            <p:cNvSpPr/>
            <p:nvPr/>
          </p:nvSpPr>
          <p:spPr>
            <a:xfrm>
              <a:off x="196510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8B8B8194-D77F-D739-35EE-08CB2C55A25B}"/>
                </a:ext>
              </a:extLst>
            </p:cNvPr>
            <p:cNvCxnSpPr>
              <a:stCxn id="64" idx="6"/>
              <a:endCxn id="62" idx="2"/>
            </p:cNvCxnSpPr>
            <p:nvPr/>
          </p:nvCxnSpPr>
          <p:spPr>
            <a:xfrm>
              <a:off x="588395" y="4419743"/>
              <a:ext cx="5159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D3661051-9966-F6B3-01D0-FC0A7B952374}"/>
                </a:ext>
              </a:extLst>
            </p:cNvPr>
            <p:cNvCxnSpPr>
              <a:stCxn id="62" idx="6"/>
              <a:endCxn id="63" idx="2"/>
            </p:cNvCxnSpPr>
            <p:nvPr/>
          </p:nvCxnSpPr>
          <p:spPr>
            <a:xfrm>
              <a:off x="1496189" y="4419743"/>
              <a:ext cx="5159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1D36336A-C7D4-DAC0-3E2E-AE57A8FB2CF7}"/>
                </a:ext>
              </a:extLst>
            </p:cNvPr>
            <p:cNvCxnSpPr>
              <a:cxnSpLocks/>
              <a:stCxn id="61" idx="2"/>
            </p:cNvCxnSpPr>
            <p:nvPr/>
          </p:nvCxnSpPr>
          <p:spPr>
            <a:xfrm flipH="1" flipV="1">
              <a:off x="2421759" y="4409787"/>
              <a:ext cx="498132" cy="99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108302E8-B543-6CF3-102F-5CEFFC8CC1F2}"/>
              </a:ext>
            </a:extLst>
          </p:cNvPr>
          <p:cNvSpPr txBox="1"/>
          <p:nvPr/>
        </p:nvSpPr>
        <p:spPr>
          <a:xfrm>
            <a:off x="6802529" y="6199598"/>
            <a:ext cx="3803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267F9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ListNode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newHead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rgbClr val="795E2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reverseList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1200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next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第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zh-CN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层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newHead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node(4);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newHead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node(4);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832EA70-2096-F148-D50F-91D87DD826BD}"/>
              </a:ext>
            </a:extLst>
          </p:cNvPr>
          <p:cNvSpPr txBox="1"/>
          <p:nvPr/>
        </p:nvSpPr>
        <p:spPr>
          <a:xfrm>
            <a:off x="8587036" y="5215394"/>
            <a:ext cx="86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endParaRPr lang="zh-CN" altLang="en-US" dirty="0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5500BBB2-8F63-F0E3-79FB-4AF8E80FBEC7}"/>
              </a:ext>
            </a:extLst>
          </p:cNvPr>
          <p:cNvGrpSpPr/>
          <p:nvPr/>
        </p:nvGrpSpPr>
        <p:grpSpPr>
          <a:xfrm>
            <a:off x="6742202" y="7285177"/>
            <a:ext cx="3115266" cy="391885"/>
            <a:chOff x="196510" y="4223800"/>
            <a:chExt cx="3115266" cy="391885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7C04E2CF-2FE9-934D-43FA-4C93CC8EF74A}"/>
                </a:ext>
              </a:extLst>
            </p:cNvPr>
            <p:cNvSpPr/>
            <p:nvPr/>
          </p:nvSpPr>
          <p:spPr>
            <a:xfrm>
              <a:off x="2919891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5622EFBF-FB72-CA0B-FB61-A719447C37EE}"/>
                </a:ext>
              </a:extLst>
            </p:cNvPr>
            <p:cNvSpPr/>
            <p:nvPr/>
          </p:nvSpPr>
          <p:spPr>
            <a:xfrm>
              <a:off x="1104304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3FFE5B57-6C82-459A-DD2B-2CFC463A8CF2}"/>
                </a:ext>
              </a:extLst>
            </p:cNvPr>
            <p:cNvSpPr/>
            <p:nvPr/>
          </p:nvSpPr>
          <p:spPr>
            <a:xfrm>
              <a:off x="2012098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7CD65BD6-E890-F4AA-D04E-4804F73B499E}"/>
                </a:ext>
              </a:extLst>
            </p:cNvPr>
            <p:cNvSpPr/>
            <p:nvPr/>
          </p:nvSpPr>
          <p:spPr>
            <a:xfrm>
              <a:off x="196510" y="4223800"/>
              <a:ext cx="391885" cy="391885"/>
            </a:xfrm>
            <a:prstGeom prst="ellipse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A08DD6B9-A1B8-BA82-8C40-6F50D9C855FC}"/>
                </a:ext>
              </a:extLst>
            </p:cNvPr>
            <p:cNvCxnSpPr>
              <a:stCxn id="74" idx="6"/>
              <a:endCxn id="72" idx="2"/>
            </p:cNvCxnSpPr>
            <p:nvPr/>
          </p:nvCxnSpPr>
          <p:spPr>
            <a:xfrm>
              <a:off x="588395" y="4419743"/>
              <a:ext cx="5159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8FCA59DA-BD08-27AA-DC44-15078728A625}"/>
                </a:ext>
              </a:extLst>
            </p:cNvPr>
            <p:cNvCxnSpPr>
              <a:stCxn id="72" idx="6"/>
              <a:endCxn id="73" idx="2"/>
            </p:cNvCxnSpPr>
            <p:nvPr/>
          </p:nvCxnSpPr>
          <p:spPr>
            <a:xfrm>
              <a:off x="1496189" y="4419743"/>
              <a:ext cx="5159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E71EED63-FD38-0D25-5485-2BC154AA8A82}"/>
                </a:ext>
              </a:extLst>
            </p:cNvPr>
            <p:cNvCxnSpPr>
              <a:stCxn id="73" idx="6"/>
              <a:endCxn id="71" idx="2"/>
            </p:cNvCxnSpPr>
            <p:nvPr/>
          </p:nvCxnSpPr>
          <p:spPr>
            <a:xfrm>
              <a:off x="2403983" y="4419743"/>
              <a:ext cx="5159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3017AE56-508C-EB2B-64FE-4F38E74000DF}"/>
              </a:ext>
            </a:extLst>
          </p:cNvPr>
          <p:cNvSpPr txBox="1"/>
          <p:nvPr/>
        </p:nvSpPr>
        <p:spPr>
          <a:xfrm>
            <a:off x="6658345" y="7816249"/>
            <a:ext cx="38035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 Node(4)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E98B14CC-D1AC-FAD3-B9EC-533BC3484721}"/>
              </a:ext>
            </a:extLst>
          </p:cNvPr>
          <p:cNvSpPr txBox="1"/>
          <p:nvPr/>
        </p:nvSpPr>
        <p:spPr>
          <a:xfrm>
            <a:off x="9365743" y="6834789"/>
            <a:ext cx="86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endParaRPr lang="zh-CN" altLang="en-US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0B2F2C7F-4469-93CC-D393-C908BDF01227}"/>
              </a:ext>
            </a:extLst>
          </p:cNvPr>
          <p:cNvSpPr txBox="1"/>
          <p:nvPr/>
        </p:nvSpPr>
        <p:spPr>
          <a:xfrm>
            <a:off x="9591857" y="5207521"/>
            <a:ext cx="1595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1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newhead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1193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3E2F7C8-4361-3B8B-C6E2-5E9F7BDAD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28" y="1239168"/>
            <a:ext cx="6972904" cy="445046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979BF52-CA9E-887F-E7D4-1CE377B0CB23}"/>
              </a:ext>
            </a:extLst>
          </p:cNvPr>
          <p:cNvSpPr txBox="1"/>
          <p:nvPr/>
        </p:nvSpPr>
        <p:spPr>
          <a:xfrm>
            <a:off x="281940" y="6157645"/>
            <a:ext cx="11170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https://leetcode.cn/problems/reverse-linked-list/solutions/1/206-fan-zhuan-lian-biao-shuang-zhi-zhen-r1jel/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52F760D-DF7C-8B61-DA1E-BA4D6E7B650C}"/>
              </a:ext>
            </a:extLst>
          </p:cNvPr>
          <p:cNvGrpSpPr/>
          <p:nvPr/>
        </p:nvGrpSpPr>
        <p:grpSpPr>
          <a:xfrm>
            <a:off x="1883301" y="6940164"/>
            <a:ext cx="4622044" cy="2798262"/>
            <a:chOff x="1883301" y="6940164"/>
            <a:chExt cx="4622044" cy="2798262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3F37DABF-9949-2DB8-D0E0-B3E7260B2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301" y="6940164"/>
              <a:ext cx="2168191" cy="2798262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4C4E58B-21FE-0B16-F296-E912E7373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51492" y="6994988"/>
              <a:ext cx="2453853" cy="27434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58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CD37B51-0F0B-617D-E997-9525004E5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61" y="3280344"/>
            <a:ext cx="3059375" cy="325125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2D3DB09-E372-25B2-34A4-671A6D1DA596}"/>
              </a:ext>
            </a:extLst>
          </p:cNvPr>
          <p:cNvSpPr txBox="1"/>
          <p:nvPr/>
        </p:nvSpPr>
        <p:spPr>
          <a:xfrm>
            <a:off x="1726349" y="2911012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假定为完全二叉树进行编号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6090EA1-DE5A-C1D1-45C9-B8509005C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470" y="3280344"/>
            <a:ext cx="3059375" cy="325125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D4BEC3E-8D49-1742-B57D-A0D2A3EA7E13}"/>
              </a:ext>
            </a:extLst>
          </p:cNvPr>
          <p:cNvSpPr txBox="1"/>
          <p:nvPr/>
        </p:nvSpPr>
        <p:spPr>
          <a:xfrm>
            <a:off x="6013265" y="2911012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对二叉树进行计数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E234D1-F78A-67D2-BDD6-935C081C7BF1}"/>
              </a:ext>
            </a:extLst>
          </p:cNvPr>
          <p:cNvSpPr/>
          <p:nvPr/>
        </p:nvSpPr>
        <p:spPr>
          <a:xfrm>
            <a:off x="3345628" y="5604734"/>
            <a:ext cx="817581" cy="8175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E22385-BEA1-26BD-82EB-8E3928B67862}"/>
              </a:ext>
            </a:extLst>
          </p:cNvPr>
          <p:cNvSpPr/>
          <p:nvPr/>
        </p:nvSpPr>
        <p:spPr>
          <a:xfrm>
            <a:off x="7180012" y="5604734"/>
            <a:ext cx="817581" cy="8175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349A07-5E85-4B0A-E12E-E38DC9D9B0CB}"/>
              </a:ext>
            </a:extLst>
          </p:cNvPr>
          <p:cNvSpPr txBox="1"/>
          <p:nvPr/>
        </p:nvSpPr>
        <p:spPr>
          <a:xfrm>
            <a:off x="4267975" y="653159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两者相等，完全二叉树</a:t>
            </a:r>
          </a:p>
        </p:txBody>
      </p:sp>
    </p:spTree>
    <p:extLst>
      <p:ext uri="{BB962C8B-B14F-4D97-AF65-F5344CB8AC3E}">
        <p14:creationId xmlns:p14="http://schemas.microsoft.com/office/powerpoint/2010/main" val="3398966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2D3DB09-E372-25B2-34A4-671A6D1DA596}"/>
              </a:ext>
            </a:extLst>
          </p:cNvPr>
          <p:cNvSpPr txBox="1"/>
          <p:nvPr/>
        </p:nvSpPr>
        <p:spPr>
          <a:xfrm>
            <a:off x="1726349" y="2911012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假定为完全二叉树进行编号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4BEC3E-8D49-1742-B57D-A0D2A3EA7E13}"/>
              </a:ext>
            </a:extLst>
          </p:cNvPr>
          <p:cNvSpPr txBox="1"/>
          <p:nvPr/>
        </p:nvSpPr>
        <p:spPr>
          <a:xfrm>
            <a:off x="6013265" y="2911012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对二叉树进行计数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349A07-5E85-4B0A-E12E-E38DC9D9B0CB}"/>
              </a:ext>
            </a:extLst>
          </p:cNvPr>
          <p:cNvSpPr txBox="1"/>
          <p:nvPr/>
        </p:nvSpPr>
        <p:spPr>
          <a:xfrm>
            <a:off x="3520275" y="5861305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两者不相等，不是完全二叉树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745FD4-BA03-3F2D-1CC0-4748DE5A9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226" y="3366760"/>
            <a:ext cx="1851820" cy="24081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A4193C3-8CD2-824A-07BA-5A6C1DB2A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12484"/>
            <a:ext cx="1722269" cy="231668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0154983-1328-0ACF-F740-6D99D51ABD99}"/>
              </a:ext>
            </a:extLst>
          </p:cNvPr>
          <p:cNvSpPr/>
          <p:nvPr/>
        </p:nvSpPr>
        <p:spPr>
          <a:xfrm>
            <a:off x="2985964" y="5078868"/>
            <a:ext cx="566027" cy="5660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AAAAFF-5DA1-C6FE-4BBA-6F25270BB249}"/>
              </a:ext>
            </a:extLst>
          </p:cNvPr>
          <p:cNvSpPr/>
          <p:nvPr/>
        </p:nvSpPr>
        <p:spPr>
          <a:xfrm>
            <a:off x="6957134" y="5116867"/>
            <a:ext cx="580735" cy="5660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976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26BC87-4B1D-AB00-87EE-1ED6429C5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687" y="3192367"/>
            <a:ext cx="3600450" cy="4000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9A6DD98-E44C-999C-72DA-48EF0BBAA101}"/>
              </a:ext>
            </a:extLst>
          </p:cNvPr>
          <p:cNvSpPr/>
          <p:nvPr/>
        </p:nvSpPr>
        <p:spPr>
          <a:xfrm>
            <a:off x="1670304" y="3279648"/>
            <a:ext cx="4163568" cy="29748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B09DFA8-564F-77EF-395A-63BF6817C939}"/>
              </a:ext>
            </a:extLst>
          </p:cNvPr>
          <p:cNvCxnSpPr/>
          <p:nvPr/>
        </p:nvCxnSpPr>
        <p:spPr>
          <a:xfrm>
            <a:off x="4767072" y="3816096"/>
            <a:ext cx="249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7A7B6B68-28EE-3709-3E1B-C7273D8E6547}"/>
              </a:ext>
            </a:extLst>
          </p:cNvPr>
          <p:cNvSpPr txBox="1"/>
          <p:nvPr/>
        </p:nvSpPr>
        <p:spPr>
          <a:xfrm>
            <a:off x="3370139" y="363143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node</a:t>
            </a:r>
            <a:r>
              <a:rPr lang="zh-CN" altLang="en-US" dirty="0"/>
              <a:t> </a:t>
            </a:r>
            <a:r>
              <a:rPr lang="en-US" altLang="zh-CN" dirty="0"/>
              <a:t>!=</a:t>
            </a:r>
            <a:r>
              <a:rPr lang="zh-CN" altLang="en-US" dirty="0"/>
              <a:t> </a:t>
            </a:r>
            <a:r>
              <a:rPr lang="en-US" altLang="zh-CN" dirty="0"/>
              <a:t>null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542885-9A93-461A-CE54-6873D559413C}"/>
              </a:ext>
            </a:extLst>
          </p:cNvPr>
          <p:cNvSpPr txBox="1"/>
          <p:nvPr/>
        </p:nvSpPr>
        <p:spPr>
          <a:xfrm>
            <a:off x="2158667" y="5007951"/>
            <a:ext cx="1710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node.left</a:t>
            </a:r>
            <a:r>
              <a:rPr lang="zh-CN" altLang="en-US" dirty="0"/>
              <a:t> </a:t>
            </a:r>
            <a:r>
              <a:rPr lang="en-US" altLang="zh-CN" dirty="0"/>
              <a:t>!=</a:t>
            </a:r>
            <a:r>
              <a:rPr lang="zh-CN" altLang="en-US" dirty="0"/>
              <a:t> </a:t>
            </a:r>
            <a:r>
              <a:rPr lang="en-US" altLang="zh-CN" dirty="0"/>
              <a:t>null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DC6E039-031E-6C8E-5367-2585BE866087}"/>
              </a:ext>
            </a:extLst>
          </p:cNvPr>
          <p:cNvCxnSpPr/>
          <p:nvPr/>
        </p:nvCxnSpPr>
        <p:spPr>
          <a:xfrm>
            <a:off x="3771519" y="5192617"/>
            <a:ext cx="249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23D023F-F287-6B13-1267-1BE6D44645A5}"/>
              </a:ext>
            </a:extLst>
          </p:cNvPr>
          <p:cNvSpPr txBox="1"/>
          <p:nvPr/>
        </p:nvSpPr>
        <p:spPr>
          <a:xfrm>
            <a:off x="2322576" y="5953554"/>
            <a:ext cx="393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node.left.left == null &amp;&amp; node.left.right == null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3627347-1618-C20B-C957-804C1F252E32}"/>
              </a:ext>
            </a:extLst>
          </p:cNvPr>
          <p:cNvSpPr txBox="1"/>
          <p:nvPr/>
        </p:nvSpPr>
        <p:spPr>
          <a:xfrm>
            <a:off x="3599688" y="563122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左右孩子均为空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A0B54A0-9105-C342-8804-64032A3B20DC}"/>
              </a:ext>
            </a:extLst>
          </p:cNvPr>
          <p:cNvSpPr txBox="1"/>
          <p:nvPr/>
        </p:nvSpPr>
        <p:spPr>
          <a:xfrm>
            <a:off x="3072440" y="39157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其左孩子不为空</a:t>
            </a:r>
          </a:p>
        </p:txBody>
      </p:sp>
    </p:spTree>
    <p:extLst>
      <p:ext uri="{BB962C8B-B14F-4D97-AF65-F5344CB8AC3E}">
        <p14:creationId xmlns:p14="http://schemas.microsoft.com/office/powerpoint/2010/main" val="2409882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10448</TotalTime>
  <Words>1144</Words>
  <Application>Microsoft Office PowerPoint</Application>
  <PresentationFormat>自定义</PresentationFormat>
  <Paragraphs>199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zx z</dc:creator>
  <cp:lastModifiedBy>zx z</cp:lastModifiedBy>
  <cp:revision>6</cp:revision>
  <dcterms:created xsi:type="dcterms:W3CDTF">2024-05-15T12:05:19Z</dcterms:created>
  <dcterms:modified xsi:type="dcterms:W3CDTF">2024-06-28T03:20:43Z</dcterms:modified>
</cp:coreProperties>
</file>