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0" r:id="rId4"/>
    <p:sldId id="271" r:id="rId5"/>
    <p:sldId id="272" r:id="rId6"/>
    <p:sldId id="273" r:id="rId7"/>
    <p:sldId id="283" r:id="rId8"/>
    <p:sldId id="274" r:id="rId9"/>
    <p:sldId id="275" r:id="rId10"/>
    <p:sldId id="282" r:id="rId11"/>
    <p:sldId id="281" r:id="rId12"/>
    <p:sldId id="285" r:id="rId13"/>
    <p:sldId id="286" r:id="rId14"/>
    <p:sldId id="287" r:id="rId15"/>
    <p:sldId id="288" r:id="rId16"/>
    <p:sldId id="28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08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1EF14-F359-A136-22E1-7A3B62B12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75DD43-C761-D487-3F41-3A22C6A02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786D03-E2D0-F134-C87F-41126301D6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FD56E4-5995-4C93-AE8C-DB8E4F0FBFB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A79772-60A5-85CC-C262-D1DD24B6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4DEBFA-81BD-D861-78E9-07864AEF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B978DC-431C-484A-8EEB-6040652E2F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51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F6462-1AFC-B1C3-25E1-FFC83CF81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F00ADF-B123-DDF2-8BDF-DEC951E7C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A4E475-C6A2-E2FF-4EED-7F18B88AF8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FD56E4-5995-4C93-AE8C-DB8E4F0FBFB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D1AD36-3662-0F5D-FF7A-B3C642686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B870E3-17C7-93FB-ED01-5E00E2348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B978DC-431C-484A-8EEB-6040652E2F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94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F1451C-3800-7441-AB5F-018C2B0C0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DE062-F486-DC07-7978-6DDE1AC76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F8D9CC-261D-A947-BFD6-15B33E586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F0E56D-D6E9-52D8-372C-BE61A8A382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FD56E4-5995-4C93-AE8C-DB8E4F0FBFB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24FAFB-3F1C-4AAE-EF66-E3BC44BB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22A145-1590-C16D-A815-AF6B39B3C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B978DC-431C-484A-8EEB-6040652E2F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217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BA64E-DAE8-6504-4EC8-0F77F432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B43869-05D8-C82D-6252-266FCD48A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BFCDFF-2AF1-FAB9-0286-06C85A8E6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BBB6A9-18C7-1F7F-E2B9-838617651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267F7E-76F9-179C-08BA-F74BB72379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55EAEE-A355-21A9-1AD7-F9656B06FC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FD56E4-5995-4C93-AE8C-DB8E4F0FBFB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90F0FAD-B727-3EDC-A317-9E0AD08E6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497F6B-579F-029C-8E5D-53C73CD60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B978DC-431C-484A-8EEB-6040652E2F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423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D6BF2-165A-33C5-4F4A-E4BA10B06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A5B8E4-A1B1-0A21-5AF0-9FCAFA8363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FD56E4-5995-4C93-AE8C-DB8E4F0FBFB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630C91-B888-8437-B07C-D6C18B8E2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5F5641-695B-018A-F481-50857176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B978DC-431C-484A-8EEB-6040652E2F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669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C2C51F-C944-B555-2D0E-5D6E4CBE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FD56E4-5995-4C93-AE8C-DB8E4F0FBFB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5B2BEB-5CF3-7435-3403-2D3F326E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5A225B-0F29-FE7B-8B04-0A82096F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B978DC-431C-484A-8EEB-6040652E2F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589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0A788-7F55-81B7-EE0C-7DFC508B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5551B2-329A-1C82-847B-62F440125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946C64-6E2E-4F8E-D87F-1D84EED8E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10869D-8034-47F9-C402-386E2181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FD56E4-5995-4C93-AE8C-DB8E4F0FBFB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BF4524-B377-475D-7E40-4519172A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6631EC-2CE8-D096-A077-436743936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B978DC-431C-484A-8EEB-6040652E2F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22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98C39-713D-E1F1-380B-D93BDFFA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D6E7242-682B-BAD0-99B4-26F63545F2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44FDFE-8506-646B-2837-5DBBD119C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748C0A-AD85-9E43-CB52-65D483AC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FD56E4-5995-4C93-AE8C-DB8E4F0FBFB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365E7D-5DB9-D0FA-6D61-D4284AEF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E5718C-29D7-A4D0-F121-613E8DE3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B978DC-431C-484A-8EEB-6040652E2F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992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76703-2E76-E594-EB11-7029F2BA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D5A63A-1412-8556-4348-5177EE8F2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EA7A43-37A7-8A79-F7D3-6C1CD2532A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FD56E4-5995-4C93-AE8C-DB8E4F0FBFB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E86408-5106-60F8-C918-5E803E19A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8196C2-7932-A178-7C88-8E0C4848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B978DC-431C-484A-8EEB-6040652E2F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795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72037E-D1AB-EC5B-3043-AB65C26B9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DDF87B-8A26-2C2E-B1E3-3F5116460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BA04F9-DC0C-CC93-F1FC-1C3E5EA8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FD56E4-5995-4C93-AE8C-DB8E4F0FBFB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C381C3-0348-12AC-8682-B2D9E290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30A341-30A3-F155-C8BC-87D410157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B978DC-431C-484A-8EEB-6040652E2F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486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51A4B-6368-E44B-FF79-9D9ECC1A8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39E107-0DF7-0B2D-9A69-B9458636F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537BA4-DBEA-2C6B-D0BB-E8915E227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142D-5FDD-4F0B-989F-FD06D927C879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85F59C-59CB-B018-3E11-2B9CC0AA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195957-5250-A58A-3BD0-79DF7EA60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E22-8FFB-4F66-9586-C5594C7BE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364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7CC85-981B-C2D5-BD13-1EF8AEC75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3D394-1E49-1801-EFCE-421185D33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0165AC-F328-B59A-B49A-165D31CA6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142D-5FDD-4F0B-989F-FD06D927C879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CB22F7-1784-574A-A361-2BB26B3D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D5E562-4187-F3CB-FBEA-BEE092595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E22-8FFB-4F66-9586-C5594C7BE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139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BFE60-3B35-B223-E357-D23CF3897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FD15EB-69CB-D4A7-AC94-CC96E0F94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20E7E0-FE03-3262-BB57-2D790D0F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142D-5FDD-4F0B-989F-FD06D927C879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543F1E-F6B8-17C4-C77A-C10A5A5D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035B72-0C90-7877-F970-6929AEB55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E22-8FFB-4F66-9586-C5594C7BE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577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DE30F-5563-2496-A035-E1843B27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E41416-359D-0D51-FD05-30B918C30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BA7E58-88A8-F963-183E-F66DD4D2C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F65888-961E-A079-6AE7-39AF2D99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142D-5FDD-4F0B-989F-FD06D927C879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DA89A3-1E46-9181-A5F0-7572C0060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F18DFB-4A65-9C88-B898-5BBB4D1C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E22-8FFB-4F66-9586-C5594C7BE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708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FEA582-B99D-1F3E-039A-D2E897B85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A32C7B-4888-33F2-92E2-A306245D1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6B7378-EA9C-D52F-D958-D82FEFF46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08CCCE-9236-F9C3-B80E-27DF87800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9AEB4E-7AAE-930A-7F4B-EC76C5107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A878AE5-8CA7-5D56-A3D8-51391249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142D-5FDD-4F0B-989F-FD06D927C879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73E551-46BE-218D-0562-A768B7DBE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2C8B39-CC72-97D6-763A-CC7E3A9D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E22-8FFB-4F66-9586-C5594C7BE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961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99842-4987-39D2-3CE0-0E32270A2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6D4634-E2A6-400A-E74E-7BE6CA0AC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142D-5FDD-4F0B-989F-FD06D927C879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78BF7A-E382-8BB5-E41D-658B8560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CCC5EE-24EF-CB25-F635-491D302C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E22-8FFB-4F66-9586-C5594C7BE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485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AF9188-3DA1-F644-6DFD-A7D1DDD4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142D-5FDD-4F0B-989F-FD06D927C879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6FABBF-57CA-37C4-DF36-BED93FF9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6BA4B9-F43D-FCD3-AA00-42AF625C4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E22-8FFB-4F66-9586-C5594C7BE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069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476FF6-FCFD-1459-47A8-C57B48AC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4179E-554B-06E3-D0AB-D66E36727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AA4BAF-4EEE-0006-6D0C-2C8BCFB2B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7C6C3F-5C91-C052-9E01-0A3C0427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142D-5FDD-4F0B-989F-FD06D927C879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43BE30-A3E0-1F88-9833-5BDE90B6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AE0ECE-5CB0-70EF-4D08-1C5175E5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E22-8FFB-4F66-9586-C5594C7BE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494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99FD5-C54F-C916-544F-D55A40F5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80ADB2-B06A-51FB-B45C-479B73248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9F5D68-7FD8-0D22-1B3B-2630A2BC4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C91444-EE5D-9965-2FB3-2FD67F9F5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142D-5FDD-4F0B-989F-FD06D927C879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0983CF-AD11-4902-47FC-3A69E4DA7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2811FA-7E14-F084-3047-0C56D5A3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E22-8FFB-4F66-9586-C5594C7BE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026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C1B8E-71AE-6940-D78B-2AA35F2B6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76E71F-6E7D-DE12-CD97-E6ED0DE46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FABBA4-30EF-E141-7FC3-62D4F961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142D-5FDD-4F0B-989F-FD06D927C879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5A01F5-569E-FC84-D229-7D2CC4B6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0C1DB-EFB0-8C5C-0645-22C1750D5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E22-8FFB-4F66-9586-C5594C7BE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4746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BF6CBB-F612-8F2E-E834-B193CD7D3E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97D8AF-F6C8-7955-75A4-453BEF3AB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9382F-F805-16BC-228A-2A502A53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142D-5FDD-4F0B-989F-FD06D927C879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E87B20-CA4A-EA72-7D6C-EA9284C37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3A70ED-1C74-F2FA-E416-CB460D167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E22-8FFB-4F66-9586-C5594C7BE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68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FA2DEB1-E8AE-E8A8-E010-CA0359D2804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29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431AFF-D868-012C-F01B-B178A906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1E5FAD-43CF-7C1D-BF5D-435E1F052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2565B0-A936-5EEC-F579-29F741099D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9142D-5FDD-4F0B-989F-FD06D927C879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BEE04-CBDB-65C3-8647-BB56DBB24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F90BA2-64D6-E6B5-6688-A8DB7091F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5FE22-8FFB-4F66-9586-C5594C7BE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72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0" y="3006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(head=node(1),</a:t>
            </a:r>
            <a:r>
              <a:rPr lang="en-US" altLang="zh-CN" sz="1600" b="0" dirty="0" err="1"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312744" cy="369332"/>
            <a:chOff x="574627" y="1860874"/>
            <a:chExt cx="4312744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3</a:t>
                  </a:r>
                  <a:endParaRPr lang="zh-CN" altLang="en-US" dirty="0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5</a:t>
                  </a:r>
                  <a:endParaRPr lang="zh-CN" altLang="en-US" dirty="0"/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882A83C8-5B4C-858F-2C03-B033C2EB7DE3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1773798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839485E7-A32B-770E-336E-B54158A09BD1}"/>
                  </a:ext>
                </a:extLst>
              </p:cNvPr>
              <p:cNvCxnSpPr>
                <a:cxnSpLocks/>
                <a:stCxn id="21" idx="6"/>
                <a:endCxn id="24" idx="2"/>
              </p:cNvCxnSpPr>
              <p:nvPr/>
            </p:nvCxnSpPr>
            <p:spPr>
              <a:xfrm>
                <a:off x="3709335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null</a:t>
              </a:r>
              <a:endParaRPr lang="zh-CN" altLang="en-US" dirty="0"/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723727" y="3259723"/>
            <a:ext cx="1911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开始递归</a:t>
            </a: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/>
              <a:t>递归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6038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0" y="6259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head=node(1)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312744" cy="369332"/>
            <a:chOff x="574627" y="1860874"/>
            <a:chExt cx="4312744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3</a:t>
                  </a:r>
                  <a:endParaRPr lang="zh-CN" altLang="en-US" dirty="0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5</a:t>
                  </a:r>
                  <a:endParaRPr lang="zh-CN" altLang="en-US" dirty="0"/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882A83C8-5B4C-858F-2C03-B033C2EB7DE3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1773798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839485E7-A32B-770E-336E-B54158A09BD1}"/>
                  </a:ext>
                </a:extLst>
              </p:cNvPr>
              <p:cNvCxnSpPr>
                <a:cxnSpLocks/>
                <a:stCxn id="21" idx="6"/>
                <a:endCxn id="24" idx="2"/>
              </p:cNvCxnSpPr>
              <p:nvPr/>
            </p:nvCxnSpPr>
            <p:spPr>
              <a:xfrm>
                <a:off x="3709335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null</a:t>
              </a:r>
              <a:endParaRPr lang="zh-CN" altLang="en-US" dirty="0"/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1965610" y="3429000"/>
            <a:ext cx="1911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开启后继结点递归</a:t>
            </a: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/>
              <a:t>递归</a:t>
            </a:r>
            <a:endParaRPr lang="zh-CN" altLang="en-US" dirty="0"/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29" y="2432805"/>
            <a:ext cx="5266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(head=node(6),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78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0" y="0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head=node(1)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312744" cy="369332"/>
            <a:chOff x="574627" y="1860874"/>
            <a:chExt cx="4312744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3</a:t>
                  </a:r>
                  <a:endParaRPr lang="zh-CN" altLang="en-US" dirty="0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5</a:t>
                  </a:r>
                  <a:endParaRPr lang="zh-CN" altLang="en-US" dirty="0"/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882A83C8-5B4C-858F-2C03-B033C2EB7DE3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1773798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839485E7-A32B-770E-336E-B54158A09BD1}"/>
                  </a:ext>
                </a:extLst>
              </p:cNvPr>
              <p:cNvCxnSpPr>
                <a:cxnSpLocks/>
                <a:stCxn id="21" idx="6"/>
                <a:endCxn id="24" idx="2"/>
              </p:cNvCxnSpPr>
              <p:nvPr/>
            </p:nvCxnSpPr>
            <p:spPr>
              <a:xfrm>
                <a:off x="3709335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null</a:t>
              </a:r>
              <a:endParaRPr lang="zh-CN" altLang="en-US" dirty="0"/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1965610" y="3429000"/>
            <a:ext cx="1911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开启后继结点递归</a:t>
            </a: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/>
              <a:t>递归</a:t>
            </a:r>
            <a:endParaRPr lang="zh-CN" altLang="en-US" dirty="0"/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30" y="2432805"/>
            <a:ext cx="53159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head=node(6)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974BE53-60F6-CDE2-B551-DA31DD47B77B}"/>
              </a:ext>
            </a:extLst>
          </p:cNvPr>
          <p:cNvSpPr txBox="1"/>
          <p:nvPr/>
        </p:nvSpPr>
        <p:spPr>
          <a:xfrm>
            <a:off x="5230129" y="2989347"/>
            <a:ext cx="6071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(head=node(3),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1712821-4A1E-1162-1079-384B3C3E4F35}"/>
              </a:ext>
            </a:extLst>
          </p:cNvPr>
          <p:cNvCxnSpPr/>
          <p:nvPr/>
        </p:nvCxnSpPr>
        <p:spPr>
          <a:xfrm>
            <a:off x="5701283" y="278282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106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0" y="0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head=node(1)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312744" cy="369332"/>
            <a:chOff x="574627" y="1860874"/>
            <a:chExt cx="4312744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3</a:t>
                  </a:r>
                  <a:endParaRPr lang="zh-CN" altLang="en-US" dirty="0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5</a:t>
                  </a:r>
                  <a:endParaRPr lang="zh-CN" altLang="en-US" dirty="0"/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882A83C8-5B4C-858F-2C03-B033C2EB7DE3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1773798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839485E7-A32B-770E-336E-B54158A09BD1}"/>
                  </a:ext>
                </a:extLst>
              </p:cNvPr>
              <p:cNvCxnSpPr>
                <a:cxnSpLocks/>
                <a:stCxn id="21" idx="6"/>
                <a:endCxn id="24" idx="2"/>
              </p:cNvCxnSpPr>
              <p:nvPr/>
            </p:nvCxnSpPr>
            <p:spPr>
              <a:xfrm>
                <a:off x="3709335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null</a:t>
              </a:r>
              <a:endParaRPr lang="zh-CN" altLang="en-US" dirty="0"/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1965610" y="3429000"/>
            <a:ext cx="1911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开启后继结点递归</a:t>
            </a: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/>
              <a:t>递归</a:t>
            </a:r>
            <a:endParaRPr lang="zh-CN" altLang="en-US" dirty="0"/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30" y="2432805"/>
            <a:ext cx="52874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head=node(6)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974BE53-60F6-CDE2-B551-DA31DD47B77B}"/>
              </a:ext>
            </a:extLst>
          </p:cNvPr>
          <p:cNvSpPr txBox="1"/>
          <p:nvPr/>
        </p:nvSpPr>
        <p:spPr>
          <a:xfrm>
            <a:off x="5230129" y="2989347"/>
            <a:ext cx="52062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head=node(3)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AF024839-E2D3-23AE-0E88-56F14B62B385}"/>
              </a:ext>
            </a:extLst>
          </p:cNvPr>
          <p:cNvSpPr txBox="1"/>
          <p:nvPr/>
        </p:nvSpPr>
        <p:spPr>
          <a:xfrm>
            <a:off x="5230130" y="3545889"/>
            <a:ext cx="52874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(head=node(4),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E173EF32-2FEB-5968-EA93-5EACD0F46AFC}"/>
              </a:ext>
            </a:extLst>
          </p:cNvPr>
          <p:cNvCxnSpPr/>
          <p:nvPr/>
        </p:nvCxnSpPr>
        <p:spPr>
          <a:xfrm>
            <a:off x="5701283" y="337717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1712821-4A1E-1162-1079-384B3C3E4F35}"/>
              </a:ext>
            </a:extLst>
          </p:cNvPr>
          <p:cNvCxnSpPr/>
          <p:nvPr/>
        </p:nvCxnSpPr>
        <p:spPr>
          <a:xfrm>
            <a:off x="5701283" y="278282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810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0" y="5664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head=node(1)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312744" cy="369332"/>
            <a:chOff x="574627" y="1860874"/>
            <a:chExt cx="4312744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3</a:t>
                  </a:r>
                  <a:endParaRPr lang="zh-CN" altLang="en-US" dirty="0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5</a:t>
                  </a:r>
                  <a:endParaRPr lang="zh-CN" altLang="en-US" dirty="0"/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882A83C8-5B4C-858F-2C03-B033C2EB7DE3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1773798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839485E7-A32B-770E-336E-B54158A09BD1}"/>
                  </a:ext>
                </a:extLst>
              </p:cNvPr>
              <p:cNvCxnSpPr>
                <a:cxnSpLocks/>
                <a:stCxn id="21" idx="6"/>
                <a:endCxn id="24" idx="2"/>
              </p:cNvCxnSpPr>
              <p:nvPr/>
            </p:nvCxnSpPr>
            <p:spPr>
              <a:xfrm>
                <a:off x="3709335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null</a:t>
              </a:r>
              <a:endParaRPr lang="zh-CN" altLang="en-US" dirty="0"/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1965610" y="3429000"/>
            <a:ext cx="1911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开启后继结点递归</a:t>
            </a: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/>
              <a:t>递归</a:t>
            </a:r>
            <a:endParaRPr lang="zh-CN" altLang="en-US" dirty="0"/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29" y="2432805"/>
            <a:ext cx="57365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head=node(6)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974BE53-60F6-CDE2-B551-DA31DD47B77B}"/>
              </a:ext>
            </a:extLst>
          </p:cNvPr>
          <p:cNvSpPr txBox="1"/>
          <p:nvPr/>
        </p:nvSpPr>
        <p:spPr>
          <a:xfrm>
            <a:off x="5230130" y="2989347"/>
            <a:ext cx="59865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head=node(3)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AF024839-E2D3-23AE-0E88-56F14B62B385}"/>
              </a:ext>
            </a:extLst>
          </p:cNvPr>
          <p:cNvSpPr txBox="1"/>
          <p:nvPr/>
        </p:nvSpPr>
        <p:spPr>
          <a:xfrm>
            <a:off x="5230129" y="3545889"/>
            <a:ext cx="5986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head=node(4)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4001D3E6-6859-7395-4E14-73EE9D571BDD}"/>
              </a:ext>
            </a:extLst>
          </p:cNvPr>
          <p:cNvSpPr txBox="1"/>
          <p:nvPr/>
        </p:nvSpPr>
        <p:spPr>
          <a:xfrm>
            <a:off x="5230129" y="4102431"/>
            <a:ext cx="60657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(head=node(6),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E173EF32-2FEB-5968-EA93-5EACD0F46AFC}"/>
              </a:ext>
            </a:extLst>
          </p:cNvPr>
          <p:cNvCxnSpPr/>
          <p:nvPr/>
        </p:nvCxnSpPr>
        <p:spPr>
          <a:xfrm>
            <a:off x="5701283" y="337717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1712821-4A1E-1162-1079-384B3C3E4F35}"/>
              </a:ext>
            </a:extLst>
          </p:cNvPr>
          <p:cNvCxnSpPr/>
          <p:nvPr/>
        </p:nvCxnSpPr>
        <p:spPr>
          <a:xfrm>
            <a:off x="5701283" y="278282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06CA8E11-46B4-37B4-75D5-795325B2C3A2}"/>
              </a:ext>
            </a:extLst>
          </p:cNvPr>
          <p:cNvCxnSpPr/>
          <p:nvPr/>
        </p:nvCxnSpPr>
        <p:spPr>
          <a:xfrm>
            <a:off x="5701283" y="3884443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133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0" y="0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head=node(1)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312744" cy="369332"/>
            <a:chOff x="574627" y="1860874"/>
            <a:chExt cx="4312744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3</a:t>
                  </a:r>
                  <a:endParaRPr lang="zh-CN" altLang="en-US" dirty="0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5</a:t>
                  </a:r>
                  <a:endParaRPr lang="zh-CN" altLang="en-US" dirty="0"/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882A83C8-5B4C-858F-2C03-B033C2EB7DE3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1773798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839485E7-A32B-770E-336E-B54158A09BD1}"/>
                  </a:ext>
                </a:extLst>
              </p:cNvPr>
              <p:cNvCxnSpPr>
                <a:cxnSpLocks/>
                <a:stCxn id="21" idx="6"/>
                <a:endCxn id="24" idx="2"/>
              </p:cNvCxnSpPr>
              <p:nvPr/>
            </p:nvCxnSpPr>
            <p:spPr>
              <a:xfrm>
                <a:off x="3709335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null</a:t>
              </a:r>
              <a:endParaRPr lang="zh-CN" altLang="en-US" dirty="0"/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1965610" y="3429000"/>
            <a:ext cx="1911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开启后继结点递归</a:t>
            </a: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/>
              <a:t>递归</a:t>
            </a:r>
            <a:endParaRPr lang="zh-CN" altLang="en-US" dirty="0"/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29" y="2432805"/>
            <a:ext cx="6240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head=node(6)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974BE53-60F6-CDE2-B551-DA31DD47B77B}"/>
              </a:ext>
            </a:extLst>
          </p:cNvPr>
          <p:cNvSpPr txBox="1"/>
          <p:nvPr/>
        </p:nvSpPr>
        <p:spPr>
          <a:xfrm>
            <a:off x="5230130" y="2989347"/>
            <a:ext cx="62622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head=node(3)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AF024839-E2D3-23AE-0E88-56F14B62B385}"/>
              </a:ext>
            </a:extLst>
          </p:cNvPr>
          <p:cNvSpPr txBox="1"/>
          <p:nvPr/>
        </p:nvSpPr>
        <p:spPr>
          <a:xfrm>
            <a:off x="5230129" y="3545889"/>
            <a:ext cx="56390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head=node(4)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4001D3E6-6859-7395-4E14-73EE9D571BDD}"/>
              </a:ext>
            </a:extLst>
          </p:cNvPr>
          <p:cNvSpPr txBox="1"/>
          <p:nvPr/>
        </p:nvSpPr>
        <p:spPr>
          <a:xfrm>
            <a:off x="5230129" y="4102431"/>
            <a:ext cx="55597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head=node(6)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BD397837-912B-E6E8-810C-049FB4CF3ED2}"/>
              </a:ext>
            </a:extLst>
          </p:cNvPr>
          <p:cNvSpPr txBox="1"/>
          <p:nvPr/>
        </p:nvSpPr>
        <p:spPr>
          <a:xfrm>
            <a:off x="5230130" y="4582226"/>
            <a:ext cx="60230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(head=node(5),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E173EF32-2FEB-5968-EA93-5EACD0F46AFC}"/>
              </a:ext>
            </a:extLst>
          </p:cNvPr>
          <p:cNvCxnSpPr/>
          <p:nvPr/>
        </p:nvCxnSpPr>
        <p:spPr>
          <a:xfrm>
            <a:off x="5701283" y="337717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1712821-4A1E-1162-1079-384B3C3E4F35}"/>
              </a:ext>
            </a:extLst>
          </p:cNvPr>
          <p:cNvCxnSpPr/>
          <p:nvPr/>
        </p:nvCxnSpPr>
        <p:spPr>
          <a:xfrm>
            <a:off x="5701283" y="278282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06CA8E11-46B4-37B4-75D5-795325B2C3A2}"/>
              </a:ext>
            </a:extLst>
          </p:cNvPr>
          <p:cNvCxnSpPr/>
          <p:nvPr/>
        </p:nvCxnSpPr>
        <p:spPr>
          <a:xfrm>
            <a:off x="5701283" y="3884443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86E11A6E-06A8-58FD-4A83-577909A38BF2}"/>
              </a:ext>
            </a:extLst>
          </p:cNvPr>
          <p:cNvCxnSpPr/>
          <p:nvPr/>
        </p:nvCxnSpPr>
        <p:spPr>
          <a:xfrm>
            <a:off x="5701283" y="4440985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49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0" y="6259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head=node(1)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312744" cy="369332"/>
            <a:chOff x="574627" y="1860874"/>
            <a:chExt cx="4312744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3</a:t>
                  </a:r>
                  <a:endParaRPr lang="zh-CN" altLang="en-US" dirty="0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5</a:t>
                  </a:r>
                  <a:endParaRPr lang="zh-CN" altLang="en-US" dirty="0"/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882A83C8-5B4C-858F-2C03-B033C2EB7DE3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1773798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839485E7-A32B-770E-336E-B54158A09BD1}"/>
                  </a:ext>
                </a:extLst>
              </p:cNvPr>
              <p:cNvCxnSpPr>
                <a:cxnSpLocks/>
                <a:stCxn id="21" idx="6"/>
                <a:endCxn id="24" idx="2"/>
              </p:cNvCxnSpPr>
              <p:nvPr/>
            </p:nvCxnSpPr>
            <p:spPr>
              <a:xfrm>
                <a:off x="3709335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null</a:t>
              </a:r>
              <a:endParaRPr lang="zh-CN" altLang="en-US" dirty="0"/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1965610" y="3429000"/>
            <a:ext cx="1911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开启后继结点递归</a:t>
            </a: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/>
              <a:t>递归</a:t>
            </a:r>
            <a:endParaRPr lang="zh-CN" altLang="en-US" dirty="0"/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29" y="2432805"/>
            <a:ext cx="61876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head=node(6)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974BE53-60F6-CDE2-B551-DA31DD47B77B}"/>
              </a:ext>
            </a:extLst>
          </p:cNvPr>
          <p:cNvSpPr txBox="1"/>
          <p:nvPr/>
        </p:nvSpPr>
        <p:spPr>
          <a:xfrm>
            <a:off x="5230129" y="2989347"/>
            <a:ext cx="59133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head=node(3)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AF024839-E2D3-23AE-0E88-56F14B62B385}"/>
              </a:ext>
            </a:extLst>
          </p:cNvPr>
          <p:cNvSpPr txBox="1"/>
          <p:nvPr/>
        </p:nvSpPr>
        <p:spPr>
          <a:xfrm>
            <a:off x="5230130" y="3545889"/>
            <a:ext cx="57182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head=node(4)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4001D3E6-6859-7395-4E14-73EE9D571BDD}"/>
              </a:ext>
            </a:extLst>
          </p:cNvPr>
          <p:cNvSpPr txBox="1"/>
          <p:nvPr/>
        </p:nvSpPr>
        <p:spPr>
          <a:xfrm>
            <a:off x="5230130" y="4102431"/>
            <a:ext cx="58645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head=node(6)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BD397837-912B-E6E8-810C-049FB4CF3ED2}"/>
              </a:ext>
            </a:extLst>
          </p:cNvPr>
          <p:cNvSpPr txBox="1"/>
          <p:nvPr/>
        </p:nvSpPr>
        <p:spPr>
          <a:xfrm>
            <a:off x="5230130" y="4582226"/>
            <a:ext cx="6090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head=node(5)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/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E173EF32-2FEB-5968-EA93-5EACD0F46AFC}"/>
              </a:ext>
            </a:extLst>
          </p:cNvPr>
          <p:cNvCxnSpPr/>
          <p:nvPr/>
        </p:nvCxnSpPr>
        <p:spPr>
          <a:xfrm>
            <a:off x="5701283" y="337717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1712821-4A1E-1162-1079-384B3C3E4F35}"/>
              </a:ext>
            </a:extLst>
          </p:cNvPr>
          <p:cNvCxnSpPr/>
          <p:nvPr/>
        </p:nvCxnSpPr>
        <p:spPr>
          <a:xfrm>
            <a:off x="5701283" y="278282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06CA8E11-46B4-37B4-75D5-795325B2C3A2}"/>
              </a:ext>
            </a:extLst>
          </p:cNvPr>
          <p:cNvCxnSpPr/>
          <p:nvPr/>
        </p:nvCxnSpPr>
        <p:spPr>
          <a:xfrm>
            <a:off x="5701283" y="3884443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86E11A6E-06A8-58FD-4A83-577909A38BF2}"/>
              </a:ext>
            </a:extLst>
          </p:cNvPr>
          <p:cNvCxnSpPr/>
          <p:nvPr/>
        </p:nvCxnSpPr>
        <p:spPr>
          <a:xfrm>
            <a:off x="5701283" y="4440985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4" name="文本框 373">
            <a:extLst>
              <a:ext uri="{FF2B5EF4-FFF2-40B4-BE49-F238E27FC236}">
                <a16:creationId xmlns:a16="http://schemas.microsoft.com/office/drawing/2014/main" id="{7AB0FDB9-EEC6-EFF5-0C6D-3B8C68D7E590}"/>
              </a:ext>
            </a:extLst>
          </p:cNvPr>
          <p:cNvSpPr txBox="1"/>
          <p:nvPr/>
        </p:nvSpPr>
        <p:spPr>
          <a:xfrm>
            <a:off x="5230129" y="5088195"/>
            <a:ext cx="5864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(head=null,   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E1C1C114-A64B-5D1F-7319-79CFC53B969F}"/>
              </a:ext>
            </a:extLst>
          </p:cNvPr>
          <p:cNvCxnSpPr/>
          <p:nvPr/>
        </p:nvCxnSpPr>
        <p:spPr>
          <a:xfrm>
            <a:off x="5701283" y="492078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535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0" y="0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head=node(1)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463426" cy="369332"/>
            <a:chOff x="574627" y="1860874"/>
            <a:chExt cx="4463426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1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3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4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5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882A83C8-5B4C-858F-2C03-B033C2EB7DE3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1773798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839485E7-A32B-770E-336E-B54158A09BD1}"/>
                  </a:ext>
                </a:extLst>
              </p:cNvPr>
              <p:cNvCxnSpPr>
                <a:cxnSpLocks/>
                <a:stCxn id="21" idx="6"/>
                <a:endCxn id="24" idx="2"/>
              </p:cNvCxnSpPr>
              <p:nvPr/>
            </p:nvCxnSpPr>
            <p:spPr>
              <a:xfrm>
                <a:off x="3709335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</a:rPr>
                <a:t>null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745797" y="3509019"/>
            <a:ext cx="2534555" cy="750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∵ 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head=null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Consolas" panose="020B0609020204030204" pitchFamily="49" charset="0"/>
              </a:rPr>
              <a:t>∴ 终止递归</a:t>
            </a:r>
            <a:r>
              <a:rPr lang="en-US" altLang="zh-CN" sz="1400" dirty="0">
                <a:latin typeface="Consolas" panose="020B0609020204030204" pitchFamily="49" charset="0"/>
              </a:rPr>
              <a:t>,</a:t>
            </a:r>
            <a:r>
              <a:rPr lang="zh-CN" altLang="en-US" sz="1400" dirty="0">
                <a:latin typeface="Consolas" panose="020B0609020204030204" pitchFamily="49" charset="0"/>
              </a:rPr>
              <a:t>返回</a:t>
            </a:r>
            <a:r>
              <a:rPr lang="en-US" altLang="zh-CN" sz="1400" dirty="0">
                <a:latin typeface="Consolas" panose="020B0609020204030204" pitchFamily="49" charset="0"/>
              </a:rPr>
              <a:t>null</a:t>
            </a:r>
            <a:r>
              <a:rPr lang="zh-CN" altLang="en-US" sz="1400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Consolas" panose="020B0609020204030204" pitchFamily="49" charset="0"/>
              </a:rPr>
              <a:t>递归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29" y="2432805"/>
            <a:ext cx="57548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head=node(6)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974BE53-60F6-CDE2-B551-DA31DD47B77B}"/>
              </a:ext>
            </a:extLst>
          </p:cNvPr>
          <p:cNvSpPr txBox="1"/>
          <p:nvPr/>
        </p:nvSpPr>
        <p:spPr>
          <a:xfrm>
            <a:off x="5230130" y="2989347"/>
            <a:ext cx="5962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head=node(3)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AF024839-E2D3-23AE-0E88-56F14B62B385}"/>
              </a:ext>
            </a:extLst>
          </p:cNvPr>
          <p:cNvSpPr txBox="1"/>
          <p:nvPr/>
        </p:nvSpPr>
        <p:spPr>
          <a:xfrm>
            <a:off x="5230129" y="3545889"/>
            <a:ext cx="63035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head=node(4)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4001D3E6-6859-7395-4E14-73EE9D571BDD}"/>
              </a:ext>
            </a:extLst>
          </p:cNvPr>
          <p:cNvSpPr txBox="1"/>
          <p:nvPr/>
        </p:nvSpPr>
        <p:spPr>
          <a:xfrm>
            <a:off x="5230129" y="4102431"/>
            <a:ext cx="62160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head=node(6)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BD397837-912B-E6E8-810C-049FB4CF3ED2}"/>
              </a:ext>
            </a:extLst>
          </p:cNvPr>
          <p:cNvSpPr txBox="1"/>
          <p:nvPr/>
        </p:nvSpPr>
        <p:spPr>
          <a:xfrm>
            <a:off x="5230130" y="4582226"/>
            <a:ext cx="55475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head=node(5)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E173EF32-2FEB-5968-EA93-5EACD0F46AFC}"/>
              </a:ext>
            </a:extLst>
          </p:cNvPr>
          <p:cNvCxnSpPr/>
          <p:nvPr/>
        </p:nvCxnSpPr>
        <p:spPr>
          <a:xfrm>
            <a:off x="5701283" y="337717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1712821-4A1E-1162-1079-384B3C3E4F35}"/>
              </a:ext>
            </a:extLst>
          </p:cNvPr>
          <p:cNvCxnSpPr/>
          <p:nvPr/>
        </p:nvCxnSpPr>
        <p:spPr>
          <a:xfrm>
            <a:off x="5701283" y="278282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06CA8E11-46B4-37B4-75D5-795325B2C3A2}"/>
              </a:ext>
            </a:extLst>
          </p:cNvPr>
          <p:cNvCxnSpPr/>
          <p:nvPr/>
        </p:nvCxnSpPr>
        <p:spPr>
          <a:xfrm>
            <a:off x="5701283" y="3884443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86E11A6E-06A8-58FD-4A83-577909A38BF2}"/>
              </a:ext>
            </a:extLst>
          </p:cNvPr>
          <p:cNvCxnSpPr/>
          <p:nvPr/>
        </p:nvCxnSpPr>
        <p:spPr>
          <a:xfrm>
            <a:off x="5701283" y="4440985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4" name="文本框 373">
            <a:extLst>
              <a:ext uri="{FF2B5EF4-FFF2-40B4-BE49-F238E27FC236}">
                <a16:creationId xmlns:a16="http://schemas.microsoft.com/office/drawing/2014/main" id="{7AB0FDB9-EEC6-EFF5-0C6D-3B8C68D7E590}"/>
              </a:ext>
            </a:extLst>
          </p:cNvPr>
          <p:cNvSpPr txBox="1"/>
          <p:nvPr/>
        </p:nvSpPr>
        <p:spPr>
          <a:xfrm>
            <a:off x="5230130" y="5088195"/>
            <a:ext cx="5962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(head=null,   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E1C1C114-A64B-5D1F-7319-79CFC53B969F}"/>
              </a:ext>
            </a:extLst>
          </p:cNvPr>
          <p:cNvCxnSpPr/>
          <p:nvPr/>
        </p:nvCxnSpPr>
        <p:spPr>
          <a:xfrm>
            <a:off x="5701283" y="492078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6F78F7B-1DCB-5DB6-04BB-5DF78C0EF83A}"/>
              </a:ext>
            </a:extLst>
          </p:cNvPr>
          <p:cNvSpPr txBox="1"/>
          <p:nvPr/>
        </p:nvSpPr>
        <p:spPr>
          <a:xfrm>
            <a:off x="8182327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回溯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6EECF9B-5199-CCEB-AF1E-70B18F38E887}"/>
              </a:ext>
            </a:extLst>
          </p:cNvPr>
          <p:cNvCxnSpPr/>
          <p:nvPr/>
        </p:nvCxnSpPr>
        <p:spPr>
          <a:xfrm flipV="1">
            <a:off x="8522941" y="4920780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10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0" y="7400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head=node(1)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463426" cy="369332"/>
            <a:chOff x="574627" y="1860874"/>
            <a:chExt cx="4463426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1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3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4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5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882A83C8-5B4C-858F-2C03-B033C2EB7DE3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1773798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839485E7-A32B-770E-336E-B54158A09BD1}"/>
                  </a:ext>
                </a:extLst>
              </p:cNvPr>
              <p:cNvCxnSpPr>
                <a:cxnSpLocks/>
                <a:stCxn id="21" idx="6"/>
                <a:endCxn id="24" idx="2"/>
              </p:cNvCxnSpPr>
              <p:nvPr/>
            </p:nvCxnSpPr>
            <p:spPr>
              <a:xfrm>
                <a:off x="3709335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</a:rPr>
                <a:t>null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699636" y="3776163"/>
            <a:ext cx="3695580" cy="1489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①：</a:t>
            </a:r>
            <a:r>
              <a:rPr lang="en-US" altLang="zh-CN" sz="1600" dirty="0" err="1">
                <a:latin typeface="Consolas" panose="020B0609020204030204" pitchFamily="49" charset="0"/>
              </a:rPr>
              <a:t>head.next</a:t>
            </a:r>
            <a:r>
              <a:rPr lang="en-US" altLang="zh-CN" sz="1600" dirty="0">
                <a:latin typeface="Consolas" panose="020B0609020204030204" pitchFamily="49" charset="0"/>
              </a:rPr>
              <a:t> = null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②：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∵ 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head.val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zh-CN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为 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Consolas" panose="020B0609020204030204" pitchFamily="49" charset="0"/>
              </a:rPr>
              <a:t>∴ 返回</a:t>
            </a:r>
            <a:r>
              <a:rPr lang="en-US" altLang="zh-CN" sz="1400" dirty="0">
                <a:latin typeface="Consolas" panose="020B0609020204030204" pitchFamily="49" charset="0"/>
              </a:rPr>
              <a:t>head=node(5)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Consolas" panose="020B0609020204030204" pitchFamily="49" charset="0"/>
              </a:rPr>
              <a:t>递归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30" y="2432805"/>
            <a:ext cx="62401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head=node(6)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974BE53-60F6-CDE2-B551-DA31DD47B77B}"/>
              </a:ext>
            </a:extLst>
          </p:cNvPr>
          <p:cNvSpPr txBox="1"/>
          <p:nvPr/>
        </p:nvSpPr>
        <p:spPr>
          <a:xfrm>
            <a:off x="5230130" y="2989347"/>
            <a:ext cx="60352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head=node(3)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AF024839-E2D3-23AE-0E88-56F14B62B385}"/>
              </a:ext>
            </a:extLst>
          </p:cNvPr>
          <p:cNvSpPr txBox="1"/>
          <p:nvPr/>
        </p:nvSpPr>
        <p:spPr>
          <a:xfrm>
            <a:off x="5230130" y="3545889"/>
            <a:ext cx="61389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head=node(4)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BD397837-912B-E6E8-810C-049FB4CF3ED2}"/>
              </a:ext>
            </a:extLst>
          </p:cNvPr>
          <p:cNvSpPr txBox="1"/>
          <p:nvPr/>
        </p:nvSpPr>
        <p:spPr>
          <a:xfrm>
            <a:off x="5230130" y="4582226"/>
            <a:ext cx="59438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(head=node(5),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E173EF32-2FEB-5968-EA93-5EACD0F46AFC}"/>
              </a:ext>
            </a:extLst>
          </p:cNvPr>
          <p:cNvCxnSpPr/>
          <p:nvPr/>
        </p:nvCxnSpPr>
        <p:spPr>
          <a:xfrm>
            <a:off x="5701283" y="337717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1712821-4A1E-1162-1079-384B3C3E4F35}"/>
              </a:ext>
            </a:extLst>
          </p:cNvPr>
          <p:cNvCxnSpPr/>
          <p:nvPr/>
        </p:nvCxnSpPr>
        <p:spPr>
          <a:xfrm>
            <a:off x="5701283" y="278282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06CA8E11-46B4-37B4-75D5-795325B2C3A2}"/>
              </a:ext>
            </a:extLst>
          </p:cNvPr>
          <p:cNvCxnSpPr/>
          <p:nvPr/>
        </p:nvCxnSpPr>
        <p:spPr>
          <a:xfrm>
            <a:off x="5701283" y="3884443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86E11A6E-06A8-58FD-4A83-577909A38BF2}"/>
              </a:ext>
            </a:extLst>
          </p:cNvPr>
          <p:cNvCxnSpPr/>
          <p:nvPr/>
        </p:nvCxnSpPr>
        <p:spPr>
          <a:xfrm>
            <a:off x="5701283" y="4440985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4" name="文本框 373">
            <a:extLst>
              <a:ext uri="{FF2B5EF4-FFF2-40B4-BE49-F238E27FC236}">
                <a16:creationId xmlns:a16="http://schemas.microsoft.com/office/drawing/2014/main" id="{7AB0FDB9-EEC6-EFF5-0C6D-3B8C68D7E590}"/>
              </a:ext>
            </a:extLst>
          </p:cNvPr>
          <p:cNvSpPr txBox="1"/>
          <p:nvPr/>
        </p:nvSpPr>
        <p:spPr>
          <a:xfrm>
            <a:off x="5230129" y="5088195"/>
            <a:ext cx="58828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(head=null,   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E1C1C114-A64B-5D1F-7319-79CFC53B969F}"/>
              </a:ext>
            </a:extLst>
          </p:cNvPr>
          <p:cNvCxnSpPr/>
          <p:nvPr/>
        </p:nvCxnSpPr>
        <p:spPr>
          <a:xfrm>
            <a:off x="5701283" y="492078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6F78F7B-1DCB-5DB6-04BB-5DF78C0EF83A}"/>
              </a:ext>
            </a:extLst>
          </p:cNvPr>
          <p:cNvSpPr txBox="1"/>
          <p:nvPr/>
        </p:nvSpPr>
        <p:spPr>
          <a:xfrm>
            <a:off x="8182327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回溯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6EECF9B-5199-CCEB-AF1E-70B18F38E887}"/>
              </a:ext>
            </a:extLst>
          </p:cNvPr>
          <p:cNvCxnSpPr/>
          <p:nvPr/>
        </p:nvCxnSpPr>
        <p:spPr>
          <a:xfrm flipV="1">
            <a:off x="8522941" y="4920780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40849B8-97BE-106B-5AE0-6857C51458C7}"/>
              </a:ext>
            </a:extLst>
          </p:cNvPr>
          <p:cNvCxnSpPr/>
          <p:nvPr/>
        </p:nvCxnSpPr>
        <p:spPr>
          <a:xfrm flipV="1">
            <a:off x="8522941" y="4442289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867644D-5983-AC07-50DB-4D0A9AB57235}"/>
              </a:ext>
            </a:extLst>
          </p:cNvPr>
          <p:cNvCxnSpPr/>
          <p:nvPr/>
        </p:nvCxnSpPr>
        <p:spPr>
          <a:xfrm flipV="1">
            <a:off x="8522941" y="3935016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3FF88AD-61FC-EA26-3E69-4AB66D652B50}"/>
              </a:ext>
            </a:extLst>
          </p:cNvPr>
          <p:cNvSpPr txBox="1"/>
          <p:nvPr/>
        </p:nvSpPr>
        <p:spPr>
          <a:xfrm>
            <a:off x="5230130" y="4051858"/>
            <a:ext cx="61389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head=node(4)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=6)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860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11901" y="0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head=node(1)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463426" cy="369332"/>
            <a:chOff x="574627" y="1860874"/>
            <a:chExt cx="4463426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1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3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4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5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882A83C8-5B4C-858F-2C03-B033C2EB7DE3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1773798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839485E7-A32B-770E-336E-B54158A09BD1}"/>
                  </a:ext>
                </a:extLst>
              </p:cNvPr>
              <p:cNvCxnSpPr>
                <a:cxnSpLocks/>
                <a:stCxn id="21" idx="6"/>
                <a:endCxn id="24" idx="2"/>
              </p:cNvCxnSpPr>
              <p:nvPr/>
            </p:nvCxnSpPr>
            <p:spPr>
              <a:xfrm>
                <a:off x="3709335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</a:rPr>
                <a:t>null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699636" y="3776163"/>
            <a:ext cx="3695580" cy="1489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①：</a:t>
            </a:r>
            <a:r>
              <a:rPr lang="en-US" altLang="zh-CN" sz="1600" dirty="0" err="1">
                <a:latin typeface="Consolas" panose="020B0609020204030204" pitchFamily="49" charset="0"/>
              </a:rPr>
              <a:t>head.next</a:t>
            </a:r>
            <a:r>
              <a:rPr lang="en-US" altLang="zh-CN" sz="1600" dirty="0">
                <a:latin typeface="Consolas" panose="020B0609020204030204" pitchFamily="49" charset="0"/>
              </a:rPr>
              <a:t> = node(5)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②：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∵ 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head.val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zh-CN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为 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Consolas" panose="020B0609020204030204" pitchFamily="49" charset="0"/>
              </a:rPr>
              <a:t>∴ 返回</a:t>
            </a:r>
            <a:r>
              <a:rPr lang="en-US" altLang="zh-CN" sz="1400" dirty="0" err="1">
                <a:latin typeface="Consolas" panose="020B0609020204030204" pitchFamily="49" charset="0"/>
              </a:rPr>
              <a:t>head.next</a:t>
            </a:r>
            <a:r>
              <a:rPr lang="en-US" altLang="zh-CN" sz="1400" dirty="0">
                <a:latin typeface="Consolas" panose="020B0609020204030204" pitchFamily="49" charset="0"/>
              </a:rPr>
              <a:t>=node(5)</a:t>
            </a:r>
            <a:endParaRPr lang="zh-CN" altLang="en-US" sz="2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Consolas" panose="020B0609020204030204" pitchFamily="49" charset="0"/>
              </a:rPr>
              <a:t>递归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30" y="2432805"/>
            <a:ext cx="56170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head=node(6)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974BE53-60F6-CDE2-B551-DA31DD47B77B}"/>
              </a:ext>
            </a:extLst>
          </p:cNvPr>
          <p:cNvSpPr txBox="1"/>
          <p:nvPr/>
        </p:nvSpPr>
        <p:spPr>
          <a:xfrm>
            <a:off x="5230129" y="2989347"/>
            <a:ext cx="56170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head=node(3)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AF024839-E2D3-23AE-0E88-56F14B62B385}"/>
              </a:ext>
            </a:extLst>
          </p:cNvPr>
          <p:cNvSpPr txBox="1"/>
          <p:nvPr/>
        </p:nvSpPr>
        <p:spPr>
          <a:xfrm>
            <a:off x="5230130" y="3545889"/>
            <a:ext cx="57853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head=node(4)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4001D3E6-6859-7395-4E14-73EE9D571BDD}"/>
              </a:ext>
            </a:extLst>
          </p:cNvPr>
          <p:cNvSpPr txBox="1"/>
          <p:nvPr/>
        </p:nvSpPr>
        <p:spPr>
          <a:xfrm>
            <a:off x="5230129" y="4102431"/>
            <a:ext cx="66751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(head=node(6),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BD397837-912B-E6E8-810C-049FB4CF3ED2}"/>
              </a:ext>
            </a:extLst>
          </p:cNvPr>
          <p:cNvSpPr txBox="1"/>
          <p:nvPr/>
        </p:nvSpPr>
        <p:spPr>
          <a:xfrm>
            <a:off x="5230129" y="4582226"/>
            <a:ext cx="58402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(head=node(5),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E173EF32-2FEB-5968-EA93-5EACD0F46AFC}"/>
              </a:ext>
            </a:extLst>
          </p:cNvPr>
          <p:cNvCxnSpPr/>
          <p:nvPr/>
        </p:nvCxnSpPr>
        <p:spPr>
          <a:xfrm>
            <a:off x="5701283" y="337717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1712821-4A1E-1162-1079-384B3C3E4F35}"/>
              </a:ext>
            </a:extLst>
          </p:cNvPr>
          <p:cNvCxnSpPr/>
          <p:nvPr/>
        </p:nvCxnSpPr>
        <p:spPr>
          <a:xfrm>
            <a:off x="5701283" y="278282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06CA8E11-46B4-37B4-75D5-795325B2C3A2}"/>
              </a:ext>
            </a:extLst>
          </p:cNvPr>
          <p:cNvCxnSpPr/>
          <p:nvPr/>
        </p:nvCxnSpPr>
        <p:spPr>
          <a:xfrm>
            <a:off x="5701283" y="3884443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86E11A6E-06A8-58FD-4A83-577909A38BF2}"/>
              </a:ext>
            </a:extLst>
          </p:cNvPr>
          <p:cNvCxnSpPr/>
          <p:nvPr/>
        </p:nvCxnSpPr>
        <p:spPr>
          <a:xfrm>
            <a:off x="5701283" y="4440985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4" name="文本框 373">
            <a:extLst>
              <a:ext uri="{FF2B5EF4-FFF2-40B4-BE49-F238E27FC236}">
                <a16:creationId xmlns:a16="http://schemas.microsoft.com/office/drawing/2014/main" id="{7AB0FDB9-EEC6-EFF5-0C6D-3B8C68D7E590}"/>
              </a:ext>
            </a:extLst>
          </p:cNvPr>
          <p:cNvSpPr txBox="1"/>
          <p:nvPr/>
        </p:nvSpPr>
        <p:spPr>
          <a:xfrm>
            <a:off x="5230129" y="5088195"/>
            <a:ext cx="59987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(head=null,   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E1C1C114-A64B-5D1F-7319-79CFC53B969F}"/>
              </a:ext>
            </a:extLst>
          </p:cNvPr>
          <p:cNvCxnSpPr/>
          <p:nvPr/>
        </p:nvCxnSpPr>
        <p:spPr>
          <a:xfrm>
            <a:off x="5701283" y="492078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6F78F7B-1DCB-5DB6-04BB-5DF78C0EF83A}"/>
              </a:ext>
            </a:extLst>
          </p:cNvPr>
          <p:cNvSpPr txBox="1"/>
          <p:nvPr/>
        </p:nvSpPr>
        <p:spPr>
          <a:xfrm>
            <a:off x="8182327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回溯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6EECF9B-5199-CCEB-AF1E-70B18F38E887}"/>
              </a:ext>
            </a:extLst>
          </p:cNvPr>
          <p:cNvCxnSpPr/>
          <p:nvPr/>
        </p:nvCxnSpPr>
        <p:spPr>
          <a:xfrm flipV="1">
            <a:off x="8522941" y="4920780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40849B8-97BE-106B-5AE0-6857C51458C7}"/>
              </a:ext>
            </a:extLst>
          </p:cNvPr>
          <p:cNvCxnSpPr/>
          <p:nvPr/>
        </p:nvCxnSpPr>
        <p:spPr>
          <a:xfrm flipV="1">
            <a:off x="8522941" y="4442289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407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0" y="7400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head=node(1)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463426" cy="369332"/>
            <a:chOff x="574627" y="1860874"/>
            <a:chExt cx="4463426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1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3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4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5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882A83C8-5B4C-858F-2C03-B033C2EB7DE3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1773798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</a:rPr>
                <a:t>null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699636" y="3776163"/>
            <a:ext cx="3695580" cy="1489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①：</a:t>
            </a:r>
            <a:r>
              <a:rPr lang="en-US" altLang="zh-CN" sz="1600" dirty="0" err="1">
                <a:latin typeface="Consolas" panose="020B0609020204030204" pitchFamily="49" charset="0"/>
              </a:rPr>
              <a:t>head.next</a:t>
            </a:r>
            <a:r>
              <a:rPr lang="en-US" altLang="zh-CN" sz="1600" dirty="0">
                <a:latin typeface="Consolas" panose="020B0609020204030204" pitchFamily="49" charset="0"/>
              </a:rPr>
              <a:t> = node(5)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②：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∵ 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head.val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zh-CN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为 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Consolas" panose="020B0609020204030204" pitchFamily="49" charset="0"/>
              </a:rPr>
              <a:t>∴ 返回</a:t>
            </a:r>
            <a:r>
              <a:rPr lang="en-US" altLang="zh-CN" sz="1400" dirty="0">
                <a:latin typeface="Consolas" panose="020B0609020204030204" pitchFamily="49" charset="0"/>
              </a:rPr>
              <a:t>head=node(4)</a:t>
            </a:r>
            <a:endParaRPr lang="zh-CN" altLang="en-US" sz="2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Consolas" panose="020B0609020204030204" pitchFamily="49" charset="0"/>
              </a:rPr>
              <a:t>递归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29" y="2432805"/>
            <a:ext cx="54134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head=node(6)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974BE53-60F6-CDE2-B551-DA31DD47B77B}"/>
              </a:ext>
            </a:extLst>
          </p:cNvPr>
          <p:cNvSpPr txBox="1"/>
          <p:nvPr/>
        </p:nvSpPr>
        <p:spPr>
          <a:xfrm>
            <a:off x="5230130" y="2989347"/>
            <a:ext cx="59133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head=node(3)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AF024839-E2D3-23AE-0E88-56F14B62B385}"/>
              </a:ext>
            </a:extLst>
          </p:cNvPr>
          <p:cNvSpPr txBox="1"/>
          <p:nvPr/>
        </p:nvSpPr>
        <p:spPr>
          <a:xfrm>
            <a:off x="5230130" y="3545889"/>
            <a:ext cx="59133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(head=node(4),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4001D3E6-6859-7395-4E14-73EE9D571BDD}"/>
              </a:ext>
            </a:extLst>
          </p:cNvPr>
          <p:cNvSpPr txBox="1"/>
          <p:nvPr/>
        </p:nvSpPr>
        <p:spPr>
          <a:xfrm>
            <a:off x="5230130" y="4102431"/>
            <a:ext cx="5748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(head=node(6),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BD397837-912B-E6E8-810C-049FB4CF3ED2}"/>
              </a:ext>
            </a:extLst>
          </p:cNvPr>
          <p:cNvSpPr txBox="1"/>
          <p:nvPr/>
        </p:nvSpPr>
        <p:spPr>
          <a:xfrm>
            <a:off x="5230130" y="4582226"/>
            <a:ext cx="5748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(head=node(5),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E173EF32-2FEB-5968-EA93-5EACD0F46AFC}"/>
              </a:ext>
            </a:extLst>
          </p:cNvPr>
          <p:cNvCxnSpPr/>
          <p:nvPr/>
        </p:nvCxnSpPr>
        <p:spPr>
          <a:xfrm>
            <a:off x="5701283" y="337717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1712821-4A1E-1162-1079-384B3C3E4F35}"/>
              </a:ext>
            </a:extLst>
          </p:cNvPr>
          <p:cNvCxnSpPr/>
          <p:nvPr/>
        </p:nvCxnSpPr>
        <p:spPr>
          <a:xfrm>
            <a:off x="5701283" y="278282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06CA8E11-46B4-37B4-75D5-795325B2C3A2}"/>
              </a:ext>
            </a:extLst>
          </p:cNvPr>
          <p:cNvCxnSpPr/>
          <p:nvPr/>
        </p:nvCxnSpPr>
        <p:spPr>
          <a:xfrm>
            <a:off x="5701283" y="3884443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86E11A6E-06A8-58FD-4A83-577909A38BF2}"/>
              </a:ext>
            </a:extLst>
          </p:cNvPr>
          <p:cNvCxnSpPr/>
          <p:nvPr/>
        </p:nvCxnSpPr>
        <p:spPr>
          <a:xfrm>
            <a:off x="5701283" y="4440985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4" name="文本框 373">
            <a:extLst>
              <a:ext uri="{FF2B5EF4-FFF2-40B4-BE49-F238E27FC236}">
                <a16:creationId xmlns:a16="http://schemas.microsoft.com/office/drawing/2014/main" id="{7AB0FDB9-EEC6-EFF5-0C6D-3B8C68D7E590}"/>
              </a:ext>
            </a:extLst>
          </p:cNvPr>
          <p:cNvSpPr txBox="1"/>
          <p:nvPr/>
        </p:nvSpPr>
        <p:spPr>
          <a:xfrm>
            <a:off x="5230130" y="5088195"/>
            <a:ext cx="61267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(head=null,   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E1C1C114-A64B-5D1F-7319-79CFC53B969F}"/>
              </a:ext>
            </a:extLst>
          </p:cNvPr>
          <p:cNvCxnSpPr/>
          <p:nvPr/>
        </p:nvCxnSpPr>
        <p:spPr>
          <a:xfrm>
            <a:off x="5701283" y="492078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6F78F7B-1DCB-5DB6-04BB-5DF78C0EF83A}"/>
              </a:ext>
            </a:extLst>
          </p:cNvPr>
          <p:cNvSpPr txBox="1"/>
          <p:nvPr/>
        </p:nvSpPr>
        <p:spPr>
          <a:xfrm>
            <a:off x="8182327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回溯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6EECF9B-5199-CCEB-AF1E-70B18F38E887}"/>
              </a:ext>
            </a:extLst>
          </p:cNvPr>
          <p:cNvCxnSpPr/>
          <p:nvPr/>
        </p:nvCxnSpPr>
        <p:spPr>
          <a:xfrm flipV="1">
            <a:off x="8522941" y="4920780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40849B8-97BE-106B-5AE0-6857C51458C7}"/>
              </a:ext>
            </a:extLst>
          </p:cNvPr>
          <p:cNvCxnSpPr/>
          <p:nvPr/>
        </p:nvCxnSpPr>
        <p:spPr>
          <a:xfrm flipV="1">
            <a:off x="8522941" y="4442289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DD6478D6-85C9-DDBF-24DD-EE32B769161E}"/>
              </a:ext>
            </a:extLst>
          </p:cNvPr>
          <p:cNvCxnSpPr>
            <a:cxnSpLocks/>
            <a:stCxn id="22" idx="0"/>
            <a:endCxn id="28" idx="0"/>
          </p:cNvCxnSpPr>
          <p:nvPr/>
        </p:nvCxnSpPr>
        <p:spPr>
          <a:xfrm rot="5400000" flipH="1" flipV="1">
            <a:off x="3458075" y="2037334"/>
            <a:ext cx="12700" cy="1290360"/>
          </a:xfrm>
          <a:prstGeom prst="curvedConnector3">
            <a:avLst>
              <a:gd name="adj1" fmla="val 180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1499173-57B4-8068-ECEC-17FFD5EC41FA}"/>
              </a:ext>
            </a:extLst>
          </p:cNvPr>
          <p:cNvCxnSpPr/>
          <p:nvPr/>
        </p:nvCxnSpPr>
        <p:spPr>
          <a:xfrm flipV="1">
            <a:off x="8522941" y="3884443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74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0" y="13496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head=node(1)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463426" cy="369332"/>
            <a:chOff x="574627" y="1860874"/>
            <a:chExt cx="4463426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1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3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4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5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882A83C8-5B4C-858F-2C03-B033C2EB7DE3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1773798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</a:rPr>
                <a:t>null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699636" y="3776163"/>
            <a:ext cx="3695580" cy="1489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①：</a:t>
            </a:r>
            <a:r>
              <a:rPr lang="en-US" altLang="zh-CN" sz="1600" dirty="0" err="1">
                <a:latin typeface="Consolas" panose="020B0609020204030204" pitchFamily="49" charset="0"/>
              </a:rPr>
              <a:t>head.next</a:t>
            </a:r>
            <a:r>
              <a:rPr lang="en-US" altLang="zh-CN" sz="1600" dirty="0">
                <a:latin typeface="Consolas" panose="020B0609020204030204" pitchFamily="49" charset="0"/>
              </a:rPr>
              <a:t> = node(4)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②：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∵ 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head.val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zh-CN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为 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Consolas" panose="020B0609020204030204" pitchFamily="49" charset="0"/>
              </a:rPr>
              <a:t>∴ 返回</a:t>
            </a:r>
            <a:r>
              <a:rPr lang="en-US" altLang="zh-CN" sz="1400" dirty="0">
                <a:latin typeface="Consolas" panose="020B0609020204030204" pitchFamily="49" charset="0"/>
              </a:rPr>
              <a:t>head=node(3)</a:t>
            </a:r>
            <a:endParaRPr lang="zh-CN" altLang="en-US" sz="2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Consolas" panose="020B0609020204030204" pitchFamily="49" charset="0"/>
              </a:rPr>
              <a:t>递归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30" y="2432805"/>
            <a:ext cx="5712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head=node(6)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974BE53-60F6-CDE2-B551-DA31DD47B77B}"/>
              </a:ext>
            </a:extLst>
          </p:cNvPr>
          <p:cNvSpPr txBox="1"/>
          <p:nvPr/>
        </p:nvSpPr>
        <p:spPr>
          <a:xfrm>
            <a:off x="5230129" y="2989347"/>
            <a:ext cx="56170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(head=node(3),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AF024839-E2D3-23AE-0E88-56F14B62B385}"/>
              </a:ext>
            </a:extLst>
          </p:cNvPr>
          <p:cNvSpPr txBox="1"/>
          <p:nvPr/>
        </p:nvSpPr>
        <p:spPr>
          <a:xfrm>
            <a:off x="5230130" y="3545889"/>
            <a:ext cx="60047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(head=node(4),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4001D3E6-6859-7395-4E14-73EE9D571BDD}"/>
              </a:ext>
            </a:extLst>
          </p:cNvPr>
          <p:cNvSpPr txBox="1"/>
          <p:nvPr/>
        </p:nvSpPr>
        <p:spPr>
          <a:xfrm>
            <a:off x="5230130" y="4102431"/>
            <a:ext cx="5712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(head=node(6),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BD397837-912B-E6E8-810C-049FB4CF3ED2}"/>
              </a:ext>
            </a:extLst>
          </p:cNvPr>
          <p:cNvSpPr txBox="1"/>
          <p:nvPr/>
        </p:nvSpPr>
        <p:spPr>
          <a:xfrm>
            <a:off x="5230130" y="4582226"/>
            <a:ext cx="61815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(head=node(5),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E173EF32-2FEB-5968-EA93-5EACD0F46AFC}"/>
              </a:ext>
            </a:extLst>
          </p:cNvPr>
          <p:cNvCxnSpPr/>
          <p:nvPr/>
        </p:nvCxnSpPr>
        <p:spPr>
          <a:xfrm>
            <a:off x="5701283" y="337717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1712821-4A1E-1162-1079-384B3C3E4F35}"/>
              </a:ext>
            </a:extLst>
          </p:cNvPr>
          <p:cNvCxnSpPr/>
          <p:nvPr/>
        </p:nvCxnSpPr>
        <p:spPr>
          <a:xfrm>
            <a:off x="5701283" y="278282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06CA8E11-46B4-37B4-75D5-795325B2C3A2}"/>
              </a:ext>
            </a:extLst>
          </p:cNvPr>
          <p:cNvCxnSpPr/>
          <p:nvPr/>
        </p:nvCxnSpPr>
        <p:spPr>
          <a:xfrm>
            <a:off x="5701283" y="3884443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86E11A6E-06A8-58FD-4A83-577909A38BF2}"/>
              </a:ext>
            </a:extLst>
          </p:cNvPr>
          <p:cNvCxnSpPr/>
          <p:nvPr/>
        </p:nvCxnSpPr>
        <p:spPr>
          <a:xfrm>
            <a:off x="5701283" y="4440985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4" name="文本框 373">
            <a:extLst>
              <a:ext uri="{FF2B5EF4-FFF2-40B4-BE49-F238E27FC236}">
                <a16:creationId xmlns:a16="http://schemas.microsoft.com/office/drawing/2014/main" id="{7AB0FDB9-EEC6-EFF5-0C6D-3B8C68D7E590}"/>
              </a:ext>
            </a:extLst>
          </p:cNvPr>
          <p:cNvSpPr txBox="1"/>
          <p:nvPr/>
        </p:nvSpPr>
        <p:spPr>
          <a:xfrm>
            <a:off x="5230130" y="5088195"/>
            <a:ext cx="62622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(head=null,   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E1C1C114-A64B-5D1F-7319-79CFC53B969F}"/>
              </a:ext>
            </a:extLst>
          </p:cNvPr>
          <p:cNvCxnSpPr/>
          <p:nvPr/>
        </p:nvCxnSpPr>
        <p:spPr>
          <a:xfrm>
            <a:off x="5701283" y="492078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6F78F7B-1DCB-5DB6-04BB-5DF78C0EF83A}"/>
              </a:ext>
            </a:extLst>
          </p:cNvPr>
          <p:cNvSpPr txBox="1"/>
          <p:nvPr/>
        </p:nvSpPr>
        <p:spPr>
          <a:xfrm>
            <a:off x="8182327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回溯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6EECF9B-5199-CCEB-AF1E-70B18F38E887}"/>
              </a:ext>
            </a:extLst>
          </p:cNvPr>
          <p:cNvCxnSpPr/>
          <p:nvPr/>
        </p:nvCxnSpPr>
        <p:spPr>
          <a:xfrm flipV="1">
            <a:off x="8522941" y="4920780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40849B8-97BE-106B-5AE0-6857C51458C7}"/>
              </a:ext>
            </a:extLst>
          </p:cNvPr>
          <p:cNvCxnSpPr/>
          <p:nvPr/>
        </p:nvCxnSpPr>
        <p:spPr>
          <a:xfrm flipV="1">
            <a:off x="8522941" y="4442289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DD6478D6-85C9-DDBF-24DD-EE32B769161E}"/>
              </a:ext>
            </a:extLst>
          </p:cNvPr>
          <p:cNvCxnSpPr>
            <a:cxnSpLocks/>
            <a:stCxn id="22" idx="0"/>
            <a:endCxn id="28" idx="0"/>
          </p:cNvCxnSpPr>
          <p:nvPr/>
        </p:nvCxnSpPr>
        <p:spPr>
          <a:xfrm rot="5400000" flipH="1" flipV="1">
            <a:off x="3458075" y="2037334"/>
            <a:ext cx="12700" cy="1290360"/>
          </a:xfrm>
          <a:prstGeom prst="curvedConnector3">
            <a:avLst>
              <a:gd name="adj1" fmla="val 180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1499173-57B4-8068-ECEC-17FFD5EC41FA}"/>
              </a:ext>
            </a:extLst>
          </p:cNvPr>
          <p:cNvCxnSpPr/>
          <p:nvPr/>
        </p:nvCxnSpPr>
        <p:spPr>
          <a:xfrm flipV="1">
            <a:off x="8522941" y="3884443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822C7EB-C8FE-AE41-68F9-FBDE5649ABAB}"/>
              </a:ext>
            </a:extLst>
          </p:cNvPr>
          <p:cNvCxnSpPr/>
          <p:nvPr/>
        </p:nvCxnSpPr>
        <p:spPr>
          <a:xfrm flipV="1">
            <a:off x="8522941" y="3345292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07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1047" y="163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head=node(1)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463426" cy="369332"/>
            <a:chOff x="574627" y="1860874"/>
            <a:chExt cx="4463426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1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3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4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5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882A83C8-5B4C-858F-2C03-B033C2EB7DE3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1773798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</a:rPr>
                <a:t>null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699636" y="3776163"/>
            <a:ext cx="3695580" cy="1489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①：</a:t>
            </a:r>
            <a:r>
              <a:rPr lang="en-US" altLang="zh-CN" sz="1600" dirty="0" err="1">
                <a:latin typeface="Consolas" panose="020B0609020204030204" pitchFamily="49" charset="0"/>
              </a:rPr>
              <a:t>head.next</a:t>
            </a:r>
            <a:r>
              <a:rPr lang="en-US" altLang="zh-CN" sz="1600" dirty="0">
                <a:latin typeface="Consolas" panose="020B0609020204030204" pitchFamily="49" charset="0"/>
              </a:rPr>
              <a:t> = node(3)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②：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∵ 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head.val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zh-CN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为 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Consolas" panose="020B0609020204030204" pitchFamily="49" charset="0"/>
              </a:rPr>
              <a:t>∴ 返回</a:t>
            </a:r>
            <a:r>
              <a:rPr lang="en-US" altLang="zh-CN" sz="1400" dirty="0" err="1">
                <a:latin typeface="Consolas" panose="020B0609020204030204" pitchFamily="49" charset="0"/>
              </a:rPr>
              <a:t>head.next</a:t>
            </a:r>
            <a:r>
              <a:rPr lang="en-US" altLang="zh-CN" sz="1400" dirty="0">
                <a:latin typeface="Consolas" panose="020B0609020204030204" pitchFamily="49" charset="0"/>
              </a:rPr>
              <a:t>=node(3)</a:t>
            </a:r>
            <a:endParaRPr lang="zh-CN" altLang="en-US" sz="2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Consolas" panose="020B0609020204030204" pitchFamily="49" charset="0"/>
              </a:rPr>
              <a:t>递归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29" y="2432805"/>
            <a:ext cx="54683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(head=node(6),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974BE53-60F6-CDE2-B551-DA31DD47B77B}"/>
              </a:ext>
            </a:extLst>
          </p:cNvPr>
          <p:cNvSpPr txBox="1"/>
          <p:nvPr/>
        </p:nvSpPr>
        <p:spPr>
          <a:xfrm>
            <a:off x="5230130" y="2989347"/>
            <a:ext cx="59377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(head=node(3),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AF024839-E2D3-23AE-0E88-56F14B62B385}"/>
              </a:ext>
            </a:extLst>
          </p:cNvPr>
          <p:cNvSpPr txBox="1"/>
          <p:nvPr/>
        </p:nvSpPr>
        <p:spPr>
          <a:xfrm>
            <a:off x="5230130" y="3545889"/>
            <a:ext cx="5468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(head=node(4),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4001D3E6-6859-7395-4E14-73EE9D571BDD}"/>
              </a:ext>
            </a:extLst>
          </p:cNvPr>
          <p:cNvSpPr txBox="1"/>
          <p:nvPr/>
        </p:nvSpPr>
        <p:spPr>
          <a:xfrm>
            <a:off x="5230130" y="4102431"/>
            <a:ext cx="52976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(head=node(6),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BD397837-912B-E6E8-810C-049FB4CF3ED2}"/>
              </a:ext>
            </a:extLst>
          </p:cNvPr>
          <p:cNvSpPr txBox="1"/>
          <p:nvPr/>
        </p:nvSpPr>
        <p:spPr>
          <a:xfrm>
            <a:off x="5230130" y="4582226"/>
            <a:ext cx="56390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(head=node(5),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E173EF32-2FEB-5968-EA93-5EACD0F46AFC}"/>
              </a:ext>
            </a:extLst>
          </p:cNvPr>
          <p:cNvCxnSpPr/>
          <p:nvPr/>
        </p:nvCxnSpPr>
        <p:spPr>
          <a:xfrm>
            <a:off x="5701283" y="337717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1712821-4A1E-1162-1079-384B3C3E4F35}"/>
              </a:ext>
            </a:extLst>
          </p:cNvPr>
          <p:cNvCxnSpPr/>
          <p:nvPr/>
        </p:nvCxnSpPr>
        <p:spPr>
          <a:xfrm>
            <a:off x="5701283" y="278282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06CA8E11-46B4-37B4-75D5-795325B2C3A2}"/>
              </a:ext>
            </a:extLst>
          </p:cNvPr>
          <p:cNvCxnSpPr/>
          <p:nvPr/>
        </p:nvCxnSpPr>
        <p:spPr>
          <a:xfrm>
            <a:off x="5701283" y="3884443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86E11A6E-06A8-58FD-4A83-577909A38BF2}"/>
              </a:ext>
            </a:extLst>
          </p:cNvPr>
          <p:cNvCxnSpPr/>
          <p:nvPr/>
        </p:nvCxnSpPr>
        <p:spPr>
          <a:xfrm>
            <a:off x="5701283" y="4440985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4" name="文本框 373">
            <a:extLst>
              <a:ext uri="{FF2B5EF4-FFF2-40B4-BE49-F238E27FC236}">
                <a16:creationId xmlns:a16="http://schemas.microsoft.com/office/drawing/2014/main" id="{7AB0FDB9-EEC6-EFF5-0C6D-3B8C68D7E590}"/>
              </a:ext>
            </a:extLst>
          </p:cNvPr>
          <p:cNvSpPr txBox="1"/>
          <p:nvPr/>
        </p:nvSpPr>
        <p:spPr>
          <a:xfrm>
            <a:off x="5230130" y="5088195"/>
            <a:ext cx="57609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(head=null,   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E1C1C114-A64B-5D1F-7319-79CFC53B969F}"/>
              </a:ext>
            </a:extLst>
          </p:cNvPr>
          <p:cNvCxnSpPr/>
          <p:nvPr/>
        </p:nvCxnSpPr>
        <p:spPr>
          <a:xfrm>
            <a:off x="5701283" y="492078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6F78F7B-1DCB-5DB6-04BB-5DF78C0EF83A}"/>
              </a:ext>
            </a:extLst>
          </p:cNvPr>
          <p:cNvSpPr txBox="1"/>
          <p:nvPr/>
        </p:nvSpPr>
        <p:spPr>
          <a:xfrm>
            <a:off x="8182327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回溯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6EECF9B-5199-CCEB-AF1E-70B18F38E887}"/>
              </a:ext>
            </a:extLst>
          </p:cNvPr>
          <p:cNvCxnSpPr/>
          <p:nvPr/>
        </p:nvCxnSpPr>
        <p:spPr>
          <a:xfrm flipV="1">
            <a:off x="8522941" y="4920780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40849B8-97BE-106B-5AE0-6857C51458C7}"/>
              </a:ext>
            </a:extLst>
          </p:cNvPr>
          <p:cNvCxnSpPr/>
          <p:nvPr/>
        </p:nvCxnSpPr>
        <p:spPr>
          <a:xfrm flipV="1">
            <a:off x="8522941" y="4442289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DD6478D6-85C9-DDBF-24DD-EE32B769161E}"/>
              </a:ext>
            </a:extLst>
          </p:cNvPr>
          <p:cNvCxnSpPr>
            <a:cxnSpLocks/>
            <a:stCxn id="22" idx="0"/>
            <a:endCxn id="28" idx="0"/>
          </p:cNvCxnSpPr>
          <p:nvPr/>
        </p:nvCxnSpPr>
        <p:spPr>
          <a:xfrm rot="5400000" flipH="1" flipV="1">
            <a:off x="3458075" y="2037334"/>
            <a:ext cx="12700" cy="1290360"/>
          </a:xfrm>
          <a:prstGeom prst="curvedConnector3">
            <a:avLst>
              <a:gd name="adj1" fmla="val 180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1499173-57B4-8068-ECEC-17FFD5EC41FA}"/>
              </a:ext>
            </a:extLst>
          </p:cNvPr>
          <p:cNvCxnSpPr/>
          <p:nvPr/>
        </p:nvCxnSpPr>
        <p:spPr>
          <a:xfrm flipV="1">
            <a:off x="8522941" y="3357139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6F657BB-AC6D-98D3-72A6-84BE1F3666D6}"/>
              </a:ext>
            </a:extLst>
          </p:cNvPr>
          <p:cNvCxnSpPr/>
          <p:nvPr/>
        </p:nvCxnSpPr>
        <p:spPr>
          <a:xfrm flipV="1">
            <a:off x="8522941" y="2821932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0900BA1-6DE2-E716-A203-32D11E5D4073}"/>
              </a:ext>
            </a:extLst>
          </p:cNvPr>
          <p:cNvCxnSpPr/>
          <p:nvPr/>
        </p:nvCxnSpPr>
        <p:spPr>
          <a:xfrm flipV="1">
            <a:off x="8522941" y="3885747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043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0" y="-7271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(head=node(1),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463426" cy="369332"/>
            <a:chOff x="574627" y="1860874"/>
            <a:chExt cx="4463426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1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0A1D60A-6F09-E289-51F0-328F281FDB6B}"/>
                  </a:ext>
                </a:extLst>
              </p:cNvPr>
              <p:cNvGrpSpPr/>
              <p:nvPr/>
            </p:nvGrpSpPr>
            <p:grpSpPr>
              <a:xfrm>
                <a:off x="2068343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33ABFF3-69D6-6A4C-7881-3784744FFE76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9B1243-0CBD-7919-A2CB-A08F9DDAAB4F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3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4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6B8224E-B840-42D4-AACE-17F94731CCD3}"/>
                  </a:ext>
                </a:extLst>
              </p:cNvPr>
              <p:cNvGrpSpPr/>
              <p:nvPr/>
            </p:nvGrpSpPr>
            <p:grpSpPr>
              <a:xfrm>
                <a:off x="4003880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CC2743B-F9BF-EC09-219B-A2A625F1A41B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F656802-7B70-CB10-5A21-73602F035B25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6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5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C6C392F-CDD8-FA0C-57B0-9894395EEDBC}"/>
                  </a:ext>
                </a:extLst>
              </p:cNvPr>
              <p:cNvCxnSpPr>
                <a:cxnSpLocks/>
                <a:stCxn id="15" idx="6"/>
                <a:endCxn id="18" idx="2"/>
              </p:cNvCxnSpPr>
              <p:nvPr/>
            </p:nvCxnSpPr>
            <p:spPr>
              <a:xfrm>
                <a:off x="2418977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F63DE95D-8AA0-FCE4-41C9-1E4A0B7DB6E6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4354514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</a:rPr>
                <a:t>null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699636" y="3776163"/>
            <a:ext cx="3695580" cy="1489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①：</a:t>
            </a:r>
            <a:r>
              <a:rPr lang="en-US" altLang="zh-CN" sz="1600" dirty="0" err="1">
                <a:latin typeface="Consolas" panose="020B0609020204030204" pitchFamily="49" charset="0"/>
              </a:rPr>
              <a:t>head.next</a:t>
            </a:r>
            <a:r>
              <a:rPr lang="en-US" altLang="zh-CN" sz="1600" dirty="0">
                <a:latin typeface="Consolas" panose="020B0609020204030204" pitchFamily="49" charset="0"/>
              </a:rPr>
              <a:t> = node(3)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②：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∵ 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head.val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zh-CN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为 </a:t>
            </a:r>
            <a:r>
              <a:rPr lang="en-US" altLang="zh-CN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Consolas" panose="020B0609020204030204" pitchFamily="49" charset="0"/>
              </a:rPr>
              <a:t>∴ 返回</a:t>
            </a:r>
            <a:r>
              <a:rPr lang="en-US" altLang="zh-CN" sz="1400" dirty="0">
                <a:latin typeface="Consolas" panose="020B0609020204030204" pitchFamily="49" charset="0"/>
              </a:rPr>
              <a:t>head=node(1)</a:t>
            </a:r>
            <a:endParaRPr lang="zh-CN" altLang="en-US" sz="2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Consolas" panose="020B0609020204030204" pitchFamily="49" charset="0"/>
              </a:rPr>
              <a:t>递归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29" y="2432805"/>
            <a:ext cx="54927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(head=node(6),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974BE53-60F6-CDE2-B551-DA31DD47B77B}"/>
              </a:ext>
            </a:extLst>
          </p:cNvPr>
          <p:cNvSpPr txBox="1"/>
          <p:nvPr/>
        </p:nvSpPr>
        <p:spPr>
          <a:xfrm>
            <a:off x="5230130" y="2989347"/>
            <a:ext cx="53708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(head=node(3),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AF024839-E2D3-23AE-0E88-56F14B62B385}"/>
              </a:ext>
            </a:extLst>
          </p:cNvPr>
          <p:cNvSpPr txBox="1"/>
          <p:nvPr/>
        </p:nvSpPr>
        <p:spPr>
          <a:xfrm>
            <a:off x="5230130" y="3545889"/>
            <a:ext cx="5693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(head=node(4),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4001D3E6-6859-7395-4E14-73EE9D571BDD}"/>
              </a:ext>
            </a:extLst>
          </p:cNvPr>
          <p:cNvSpPr txBox="1"/>
          <p:nvPr/>
        </p:nvSpPr>
        <p:spPr>
          <a:xfrm>
            <a:off x="5230129" y="4102431"/>
            <a:ext cx="6102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(head=node(6),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BD397837-912B-E6E8-810C-049FB4CF3ED2}"/>
              </a:ext>
            </a:extLst>
          </p:cNvPr>
          <p:cNvSpPr txBox="1"/>
          <p:nvPr/>
        </p:nvSpPr>
        <p:spPr>
          <a:xfrm>
            <a:off x="5230130" y="4582226"/>
            <a:ext cx="61023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(head=node(5),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E173EF32-2FEB-5968-EA93-5EACD0F46AFC}"/>
              </a:ext>
            </a:extLst>
          </p:cNvPr>
          <p:cNvCxnSpPr/>
          <p:nvPr/>
        </p:nvCxnSpPr>
        <p:spPr>
          <a:xfrm>
            <a:off x="5701283" y="337717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1712821-4A1E-1162-1079-384B3C3E4F35}"/>
              </a:ext>
            </a:extLst>
          </p:cNvPr>
          <p:cNvCxnSpPr/>
          <p:nvPr/>
        </p:nvCxnSpPr>
        <p:spPr>
          <a:xfrm>
            <a:off x="5701283" y="278282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06CA8E11-46B4-37B4-75D5-795325B2C3A2}"/>
              </a:ext>
            </a:extLst>
          </p:cNvPr>
          <p:cNvCxnSpPr/>
          <p:nvPr/>
        </p:nvCxnSpPr>
        <p:spPr>
          <a:xfrm>
            <a:off x="5701283" y="3884443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86E11A6E-06A8-58FD-4A83-577909A38BF2}"/>
              </a:ext>
            </a:extLst>
          </p:cNvPr>
          <p:cNvCxnSpPr/>
          <p:nvPr/>
        </p:nvCxnSpPr>
        <p:spPr>
          <a:xfrm>
            <a:off x="5701283" y="4440985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4" name="文本框 373">
            <a:extLst>
              <a:ext uri="{FF2B5EF4-FFF2-40B4-BE49-F238E27FC236}">
                <a16:creationId xmlns:a16="http://schemas.microsoft.com/office/drawing/2014/main" id="{7AB0FDB9-EEC6-EFF5-0C6D-3B8C68D7E590}"/>
              </a:ext>
            </a:extLst>
          </p:cNvPr>
          <p:cNvSpPr txBox="1"/>
          <p:nvPr/>
        </p:nvSpPr>
        <p:spPr>
          <a:xfrm>
            <a:off x="5230130" y="5088195"/>
            <a:ext cx="60230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(head=null,   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E1C1C114-A64B-5D1F-7319-79CFC53B969F}"/>
              </a:ext>
            </a:extLst>
          </p:cNvPr>
          <p:cNvCxnSpPr/>
          <p:nvPr/>
        </p:nvCxnSpPr>
        <p:spPr>
          <a:xfrm>
            <a:off x="5701283" y="492078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6F78F7B-1DCB-5DB6-04BB-5DF78C0EF83A}"/>
              </a:ext>
            </a:extLst>
          </p:cNvPr>
          <p:cNvSpPr txBox="1"/>
          <p:nvPr/>
        </p:nvSpPr>
        <p:spPr>
          <a:xfrm>
            <a:off x="8182327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回溯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6EECF9B-5199-CCEB-AF1E-70B18F38E887}"/>
              </a:ext>
            </a:extLst>
          </p:cNvPr>
          <p:cNvCxnSpPr/>
          <p:nvPr/>
        </p:nvCxnSpPr>
        <p:spPr>
          <a:xfrm flipV="1">
            <a:off x="8522941" y="4920780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40849B8-97BE-106B-5AE0-6857C51458C7}"/>
              </a:ext>
            </a:extLst>
          </p:cNvPr>
          <p:cNvCxnSpPr/>
          <p:nvPr/>
        </p:nvCxnSpPr>
        <p:spPr>
          <a:xfrm flipV="1">
            <a:off x="8522941" y="4442289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DD6478D6-85C9-DDBF-24DD-EE32B769161E}"/>
              </a:ext>
            </a:extLst>
          </p:cNvPr>
          <p:cNvCxnSpPr>
            <a:cxnSpLocks/>
            <a:stCxn id="22" idx="0"/>
            <a:endCxn id="28" idx="0"/>
          </p:cNvCxnSpPr>
          <p:nvPr/>
        </p:nvCxnSpPr>
        <p:spPr>
          <a:xfrm rot="5400000" flipH="1" flipV="1">
            <a:off x="3458075" y="2037334"/>
            <a:ext cx="12700" cy="1290360"/>
          </a:xfrm>
          <a:prstGeom prst="curvedConnector3">
            <a:avLst>
              <a:gd name="adj1" fmla="val 180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1499173-57B4-8068-ECEC-17FFD5EC41FA}"/>
              </a:ext>
            </a:extLst>
          </p:cNvPr>
          <p:cNvCxnSpPr/>
          <p:nvPr/>
        </p:nvCxnSpPr>
        <p:spPr>
          <a:xfrm flipV="1">
            <a:off x="8522941" y="3884443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D34EA5D2-1F08-82A5-6B2A-8678BC38C9D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19265" y="2050034"/>
            <a:ext cx="12700" cy="1290360"/>
          </a:xfrm>
          <a:prstGeom prst="curvedConnector3">
            <a:avLst>
              <a:gd name="adj1" fmla="val 180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2C9756C-15A4-440B-14F4-BBEEC820DF1F}"/>
              </a:ext>
            </a:extLst>
          </p:cNvPr>
          <p:cNvCxnSpPr/>
          <p:nvPr/>
        </p:nvCxnSpPr>
        <p:spPr>
          <a:xfrm flipV="1">
            <a:off x="8522941" y="3377170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F2D12C7-30A0-CE9C-738D-D3B0944A3AED}"/>
              </a:ext>
            </a:extLst>
          </p:cNvPr>
          <p:cNvCxnSpPr/>
          <p:nvPr/>
        </p:nvCxnSpPr>
        <p:spPr>
          <a:xfrm flipV="1">
            <a:off x="8522941" y="2821932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9A60E02C-C641-77CF-21D6-D816AE2C8BA5}"/>
              </a:ext>
            </a:extLst>
          </p:cNvPr>
          <p:cNvCxnSpPr/>
          <p:nvPr/>
        </p:nvCxnSpPr>
        <p:spPr>
          <a:xfrm flipV="1">
            <a:off x="8522941" y="2216121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BD950910-A219-2994-E312-69FAF99098E5}"/>
              </a:ext>
            </a:extLst>
          </p:cNvPr>
          <p:cNvCxnSpPr>
            <a:stCxn id="60" idx="1"/>
          </p:cNvCxnSpPr>
          <p:nvPr/>
        </p:nvCxnSpPr>
        <p:spPr>
          <a:xfrm flipH="1">
            <a:off x="4471847" y="2045540"/>
            <a:ext cx="743864" cy="32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69C0DD55-73FE-AA3E-1FC8-922E905DF50B}"/>
              </a:ext>
            </a:extLst>
          </p:cNvPr>
          <p:cNvSpPr txBox="1"/>
          <p:nvPr/>
        </p:nvSpPr>
        <p:spPr>
          <a:xfrm>
            <a:off x="3455669" y="1842307"/>
            <a:ext cx="1016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Consolas" panose="020B0609020204030204" pitchFamily="49" charset="0"/>
              </a:rPr>
              <a:t>node(1)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4659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4C4742-5FA2-097E-A248-3E076F861954}"/>
              </a:ext>
            </a:extLst>
          </p:cNvPr>
          <p:cNvSpPr txBox="1"/>
          <p:nvPr/>
        </p:nvSpPr>
        <p:spPr>
          <a:xfrm>
            <a:off x="0" y="12355"/>
            <a:ext cx="4853884" cy="16158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确定终止条件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确定单层递归逻辑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1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递归到最后一个结点才进行删除操作，从前往后</a:t>
            </a:r>
            <a:endParaRPr lang="zh-CN" altLang="en-US" sz="11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480193-263E-6858-40DF-F325D7107A9B}"/>
              </a:ext>
            </a:extLst>
          </p:cNvPr>
          <p:cNvSpPr txBox="1"/>
          <p:nvPr/>
        </p:nvSpPr>
        <p:spPr>
          <a:xfrm>
            <a:off x="5215711" y="1876263"/>
            <a:ext cx="3934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(head=node(1),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D38B328F-4A16-26D9-45F0-09677C5BF16F}"/>
              </a:ext>
            </a:extLst>
          </p:cNvPr>
          <p:cNvGrpSpPr/>
          <p:nvPr/>
        </p:nvGrpSpPr>
        <p:grpSpPr>
          <a:xfrm>
            <a:off x="699636" y="2682514"/>
            <a:ext cx="4463426" cy="369332"/>
            <a:chOff x="574627" y="1860874"/>
            <a:chExt cx="4463426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1CB94C7-15F5-A3A0-3F55-4BF51FBF079A}"/>
                </a:ext>
              </a:extLst>
            </p:cNvPr>
            <p:cNvGrpSpPr/>
            <p:nvPr/>
          </p:nvGrpSpPr>
          <p:grpSpPr>
            <a:xfrm>
              <a:off x="574627" y="1860874"/>
              <a:ext cx="3871078" cy="369332"/>
              <a:chOff x="1423164" y="2277069"/>
              <a:chExt cx="3871078" cy="369332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43F491D-D999-76BC-5668-4C9326EBBB82}"/>
                  </a:ext>
                </a:extLst>
              </p:cNvPr>
              <p:cNvGrpSpPr/>
              <p:nvPr/>
            </p:nvGrpSpPr>
            <p:grpSpPr>
              <a:xfrm>
                <a:off x="1423164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B0DAA3A1-9633-9133-B5A0-F040A1708C0C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E016A3-B924-9F49-9A88-4A9A513EDEE9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1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EDDC059-6DA0-9902-6A73-E20F0D06BE60}"/>
                  </a:ext>
                </a:extLst>
              </p:cNvPr>
              <p:cNvGrpSpPr/>
              <p:nvPr/>
            </p:nvGrpSpPr>
            <p:grpSpPr>
              <a:xfrm>
                <a:off x="2713522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0701C8-DC4C-B311-3A22-4E7F0703348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65A48B7-BD22-7DAB-3105-8EBA292AB6B2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3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616862B-8EF6-B0CB-F15D-9BA2E253B801}"/>
                  </a:ext>
                </a:extLst>
              </p:cNvPr>
              <p:cNvGrpSpPr/>
              <p:nvPr/>
            </p:nvGrpSpPr>
            <p:grpSpPr>
              <a:xfrm>
                <a:off x="335870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0A788C3-D03C-9C5C-2103-06D2F34CE865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8A902C6-EC05-C264-CE01-45381639865A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4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D6A52D62-5242-950A-1C86-4650D94DA47A}"/>
                  </a:ext>
                </a:extLst>
              </p:cNvPr>
              <p:cNvGrpSpPr/>
              <p:nvPr/>
            </p:nvGrpSpPr>
            <p:grpSpPr>
              <a:xfrm>
                <a:off x="4649061" y="2277069"/>
                <a:ext cx="350634" cy="369332"/>
                <a:chOff x="907525" y="2311991"/>
                <a:chExt cx="350634" cy="369332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F665FB6-FC32-BFE3-1A1E-C023E25188E1}"/>
                    </a:ext>
                  </a:extLst>
                </p:cNvPr>
                <p:cNvSpPr/>
                <p:nvPr/>
              </p:nvSpPr>
              <p:spPr>
                <a:xfrm>
                  <a:off x="907525" y="2321340"/>
                  <a:ext cx="350634" cy="350634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E5B8066-71CA-B799-441F-1E0399C94BEC}"/>
                    </a:ext>
                  </a:extLst>
                </p:cNvPr>
                <p:cNvSpPr txBox="1"/>
                <p:nvPr/>
              </p:nvSpPr>
              <p:spPr>
                <a:xfrm>
                  <a:off x="929595" y="231199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Consolas" panose="020B0609020204030204" pitchFamily="49" charset="0"/>
                    </a:rPr>
                    <a:t>5</a:t>
                  </a:r>
                  <a:endParaRPr lang="zh-CN" altLang="en-US" dirty="0">
                    <a:latin typeface="Consolas" panose="020B0609020204030204" pitchFamily="49" charset="0"/>
                  </a:endParaRPr>
                </a:p>
              </p:txBody>
            </p:sp>
          </p:grp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3FDB95C-79A4-AE33-751E-A31F218E352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3064156" y="2461735"/>
                <a:ext cx="29454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7869FC0E-D9A9-989F-F6B9-B94C357D9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9695" y="2461735"/>
                <a:ext cx="29454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3413976E-A41C-89A1-F5FA-3D347E61EDBA}"/>
                </a:ext>
              </a:extLst>
            </p:cNvPr>
            <p:cNvSpPr txBox="1"/>
            <p:nvPr/>
          </p:nvSpPr>
          <p:spPr>
            <a:xfrm>
              <a:off x="4346838" y="186087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onsolas" panose="020B0609020204030204" pitchFamily="49" charset="0"/>
                </a:rPr>
                <a:t>null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B30D96F8-F207-D8DE-048E-6A9E8ABDC436}"/>
              </a:ext>
            </a:extLst>
          </p:cNvPr>
          <p:cNvSpPr txBox="1"/>
          <p:nvPr/>
        </p:nvSpPr>
        <p:spPr>
          <a:xfrm>
            <a:off x="699636" y="3776163"/>
            <a:ext cx="3695580" cy="504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代码运行结束</a:t>
            </a:r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EDD000AE-22BD-C45C-8731-B62E2DA57151}"/>
              </a:ext>
            </a:extLst>
          </p:cNvPr>
          <p:cNvSpPr txBox="1"/>
          <p:nvPr/>
        </p:nvSpPr>
        <p:spPr>
          <a:xfrm>
            <a:off x="5360668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Consolas" panose="020B0609020204030204" pitchFamily="49" charset="0"/>
              </a:rPr>
              <a:t>递归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3389821-45BB-AFCF-2385-9B47F8A8E023}"/>
              </a:ext>
            </a:extLst>
          </p:cNvPr>
          <p:cNvSpPr txBox="1"/>
          <p:nvPr/>
        </p:nvSpPr>
        <p:spPr>
          <a:xfrm>
            <a:off x="5230130" y="2432805"/>
            <a:ext cx="52671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(head=node(6),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974BE53-60F6-CDE2-B551-DA31DD47B77B}"/>
              </a:ext>
            </a:extLst>
          </p:cNvPr>
          <p:cNvSpPr txBox="1"/>
          <p:nvPr/>
        </p:nvSpPr>
        <p:spPr>
          <a:xfrm>
            <a:off x="5230130" y="2989347"/>
            <a:ext cx="52671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(head=node(3),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AF024839-E2D3-23AE-0E88-56F14B62B385}"/>
              </a:ext>
            </a:extLst>
          </p:cNvPr>
          <p:cNvSpPr txBox="1"/>
          <p:nvPr/>
        </p:nvSpPr>
        <p:spPr>
          <a:xfrm>
            <a:off x="5230130" y="3545889"/>
            <a:ext cx="52671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(head=node(4),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4001D3E6-6859-7395-4E14-73EE9D571BDD}"/>
              </a:ext>
            </a:extLst>
          </p:cNvPr>
          <p:cNvSpPr txBox="1"/>
          <p:nvPr/>
        </p:nvSpPr>
        <p:spPr>
          <a:xfrm>
            <a:off x="5230129" y="4102431"/>
            <a:ext cx="53891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(head=node(6),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BD397837-912B-E6E8-810C-049FB4CF3ED2}"/>
              </a:ext>
            </a:extLst>
          </p:cNvPr>
          <p:cNvSpPr txBox="1"/>
          <p:nvPr/>
        </p:nvSpPr>
        <p:spPr>
          <a:xfrm>
            <a:off x="5230130" y="4582226"/>
            <a:ext cx="5992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(head=node(5),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5EF2A7E7-BC49-8549-ED7B-15038982898C}"/>
              </a:ext>
            </a:extLst>
          </p:cNvPr>
          <p:cNvCxnSpPr/>
          <p:nvPr/>
        </p:nvCxnSpPr>
        <p:spPr>
          <a:xfrm>
            <a:off x="5701283" y="2214817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E173EF32-2FEB-5968-EA93-5EACD0F46AFC}"/>
              </a:ext>
            </a:extLst>
          </p:cNvPr>
          <p:cNvCxnSpPr/>
          <p:nvPr/>
        </p:nvCxnSpPr>
        <p:spPr>
          <a:xfrm>
            <a:off x="5701283" y="337717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1712821-4A1E-1162-1079-384B3C3E4F35}"/>
              </a:ext>
            </a:extLst>
          </p:cNvPr>
          <p:cNvCxnSpPr/>
          <p:nvPr/>
        </p:nvCxnSpPr>
        <p:spPr>
          <a:xfrm>
            <a:off x="5701283" y="278282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06CA8E11-46B4-37B4-75D5-795325B2C3A2}"/>
              </a:ext>
            </a:extLst>
          </p:cNvPr>
          <p:cNvCxnSpPr/>
          <p:nvPr/>
        </p:nvCxnSpPr>
        <p:spPr>
          <a:xfrm>
            <a:off x="5701283" y="3884443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86E11A6E-06A8-58FD-4A83-577909A38BF2}"/>
              </a:ext>
            </a:extLst>
          </p:cNvPr>
          <p:cNvCxnSpPr/>
          <p:nvPr/>
        </p:nvCxnSpPr>
        <p:spPr>
          <a:xfrm>
            <a:off x="5701283" y="4440985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4" name="文本框 373">
            <a:extLst>
              <a:ext uri="{FF2B5EF4-FFF2-40B4-BE49-F238E27FC236}">
                <a16:creationId xmlns:a16="http://schemas.microsoft.com/office/drawing/2014/main" id="{7AB0FDB9-EEC6-EFF5-0C6D-3B8C68D7E590}"/>
              </a:ext>
            </a:extLst>
          </p:cNvPr>
          <p:cNvSpPr txBox="1"/>
          <p:nvPr/>
        </p:nvSpPr>
        <p:spPr>
          <a:xfrm>
            <a:off x="5230129" y="5088195"/>
            <a:ext cx="6382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head.next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removeElements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(head=null,   </a:t>
            </a:r>
            <a:r>
              <a:rPr lang="en-US" altLang="zh-CN" sz="1600" b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CN" sz="1600" b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=2) </a:t>
            </a:r>
            <a:endParaRPr lang="zh-CN" altLang="en-US" sz="1600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E1C1C114-A64B-5D1F-7319-79CFC53B969F}"/>
              </a:ext>
            </a:extLst>
          </p:cNvPr>
          <p:cNvCxnSpPr/>
          <p:nvPr/>
        </p:nvCxnSpPr>
        <p:spPr>
          <a:xfrm>
            <a:off x="5701283" y="4920780"/>
            <a:ext cx="0" cy="168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6F78F7B-1DCB-5DB6-04BB-5DF78C0EF83A}"/>
              </a:ext>
            </a:extLst>
          </p:cNvPr>
          <p:cNvSpPr txBox="1"/>
          <p:nvPr/>
        </p:nvSpPr>
        <p:spPr>
          <a:xfrm>
            <a:off x="8182327" y="5594164"/>
            <a:ext cx="68122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回溯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6EECF9B-5199-CCEB-AF1E-70B18F38E887}"/>
              </a:ext>
            </a:extLst>
          </p:cNvPr>
          <p:cNvCxnSpPr/>
          <p:nvPr/>
        </p:nvCxnSpPr>
        <p:spPr>
          <a:xfrm flipV="1">
            <a:off x="8522941" y="4920780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40849B8-97BE-106B-5AE0-6857C51458C7}"/>
              </a:ext>
            </a:extLst>
          </p:cNvPr>
          <p:cNvCxnSpPr/>
          <p:nvPr/>
        </p:nvCxnSpPr>
        <p:spPr>
          <a:xfrm flipV="1">
            <a:off x="8522941" y="4442289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DD6478D6-85C9-DDBF-24DD-EE32B769161E}"/>
              </a:ext>
            </a:extLst>
          </p:cNvPr>
          <p:cNvCxnSpPr>
            <a:cxnSpLocks/>
            <a:stCxn id="22" idx="0"/>
            <a:endCxn id="28" idx="0"/>
          </p:cNvCxnSpPr>
          <p:nvPr/>
        </p:nvCxnSpPr>
        <p:spPr>
          <a:xfrm rot="5400000" flipH="1" flipV="1">
            <a:off x="3458075" y="2037334"/>
            <a:ext cx="12700" cy="1290360"/>
          </a:xfrm>
          <a:prstGeom prst="curvedConnector3">
            <a:avLst>
              <a:gd name="adj1" fmla="val 180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1499173-57B4-8068-ECEC-17FFD5EC41FA}"/>
              </a:ext>
            </a:extLst>
          </p:cNvPr>
          <p:cNvCxnSpPr/>
          <p:nvPr/>
        </p:nvCxnSpPr>
        <p:spPr>
          <a:xfrm flipV="1">
            <a:off x="8522941" y="3884443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D34EA5D2-1F08-82A5-6B2A-8678BC38C9D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19265" y="2050034"/>
            <a:ext cx="12700" cy="1290360"/>
          </a:xfrm>
          <a:prstGeom prst="curvedConnector3">
            <a:avLst>
              <a:gd name="adj1" fmla="val 180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2C9756C-15A4-440B-14F4-BBEEC820DF1F}"/>
              </a:ext>
            </a:extLst>
          </p:cNvPr>
          <p:cNvCxnSpPr/>
          <p:nvPr/>
        </p:nvCxnSpPr>
        <p:spPr>
          <a:xfrm flipV="1">
            <a:off x="8522941" y="3377170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F2D12C7-30A0-CE9C-738D-D3B0944A3AED}"/>
              </a:ext>
            </a:extLst>
          </p:cNvPr>
          <p:cNvCxnSpPr/>
          <p:nvPr/>
        </p:nvCxnSpPr>
        <p:spPr>
          <a:xfrm flipV="1">
            <a:off x="8522941" y="2821932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9A60E02C-C641-77CF-21D6-D816AE2C8BA5}"/>
              </a:ext>
            </a:extLst>
          </p:cNvPr>
          <p:cNvCxnSpPr/>
          <p:nvPr/>
        </p:nvCxnSpPr>
        <p:spPr>
          <a:xfrm flipV="1">
            <a:off x="8522941" y="2216121"/>
            <a:ext cx="0" cy="1674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1C7B0EF-700B-669A-2962-651550A7038D}"/>
              </a:ext>
            </a:extLst>
          </p:cNvPr>
          <p:cNvCxnSpPr/>
          <p:nvPr/>
        </p:nvCxnSpPr>
        <p:spPr>
          <a:xfrm flipH="1">
            <a:off x="4471847" y="2045540"/>
            <a:ext cx="743864" cy="32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73E7C26-6F9B-EC8A-CB3E-A4BBE8FAD3D6}"/>
              </a:ext>
            </a:extLst>
          </p:cNvPr>
          <p:cNvSpPr txBox="1"/>
          <p:nvPr/>
        </p:nvSpPr>
        <p:spPr>
          <a:xfrm>
            <a:off x="3455669" y="1842307"/>
            <a:ext cx="1016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Consolas" panose="020B0609020204030204" pitchFamily="49" charset="0"/>
              </a:rPr>
              <a:t>node(1)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8901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2763</Words>
  <Application>Microsoft Office PowerPoint</Application>
  <PresentationFormat>宽屏</PresentationFormat>
  <Paragraphs>366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等线 Light</vt:lpstr>
      <vt:lpstr>Arial</vt:lpstr>
      <vt:lpstr>Consolas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zx z</dc:creator>
  <cp:lastModifiedBy>zx z</cp:lastModifiedBy>
  <cp:revision>3</cp:revision>
  <dcterms:created xsi:type="dcterms:W3CDTF">2024-06-24T13:02:40Z</dcterms:created>
  <dcterms:modified xsi:type="dcterms:W3CDTF">2024-06-26T01:10:24Z</dcterms:modified>
</cp:coreProperties>
</file>