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6C5E1-FB0B-43D6-9C13-62BDEAA60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860418-CE1C-435C-B4EA-F8F6B5D88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E5550C-DD05-49E9-9F6B-8AB461CB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4A11A-6486-47E9-9706-FFFA6423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14ABAA-C97B-48B7-B01B-E6811A76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58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FF684-D566-49E5-8220-41EDD179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78FCFD-2EBE-4D82-A854-D4807F646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0BF31D-D93E-46BC-9C9C-688BFA7D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5AE23-9D0E-406D-8A7C-92F0490D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40ADB-2C93-436C-BDF8-A123ABBF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90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53ACF-1FDE-4EDB-908D-44E81F26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41BDD5-8C8D-4D16-8F13-A441F683F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A1A27-AA93-4906-9BBF-78D3BEA9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9E80A-EA6F-457A-AEF8-5143F6A2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1C7A2-35C6-4393-A6DD-DB019365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27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422AEC-20D3-4EFF-8545-7660879B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F7CD98-113F-4C4D-A22F-3E1435CE3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2E32B4-6CC1-4241-82DF-1AE85EBF6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3E4530-19DA-4DDF-9A3B-534C327D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1556D4-6905-41EF-B76C-DD30C6BD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FD8054-6E38-4387-9FAB-8DF06C3E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17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52773-0AD0-490F-9F98-4D39D058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4EFCF9-C2C5-4744-B455-289B1323F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A6EA6B-31AC-45C9-8546-E4F81F596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E7B9F1-1704-4FD2-8074-021496A93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CCB854-8DC7-4871-AE79-8DAA99E9F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8A8460-FDB0-40DC-9E21-0DC6568A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445B46-F55F-430C-9DC1-13DD238C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B1CE32-32BC-460B-B11D-276F7CEE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0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1C7E7-18C3-447C-9C3A-ADC5E15EA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568BBE-AA5E-487C-9B68-245DE68F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B8E683-0D42-45D0-BE75-F1A2FBFB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441AE1-7D53-4D83-99D6-8A8716E4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47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CBC8F7-CE12-4B84-8142-643DA770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3D71B3-B46D-451D-9E69-03CA04E6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1634F9-4EBF-47CF-972B-8359FE21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39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56BD9-4832-4634-8B27-B7BDD211B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8FEDA1-E180-4B0B-831B-89563ED97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5B6068-38F0-4504-92DA-54095FD0F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B2F525-1A78-44F5-A35C-86F11821C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269EE4-C3E3-4413-BB41-DFDAEA37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7FE941-364E-4241-8582-964E4F9B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44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E8B22-02E5-4689-AACE-86A675F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37C91A-622F-4516-A6BC-7DE7A4EEF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D875D2-32FE-4AB7-8C67-B4F28C4EB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B141B0-B008-487C-B45D-4196CCFB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695BCA-7E70-4F00-A7B6-602F325B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80F35F-82B9-4CA9-B919-7188A0F8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03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1A0EC-3282-465E-BC17-64D60DFE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6253D0-A8B4-466F-8F76-F05D63E8E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D38C3-06A2-45A2-A475-C913C7BAF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1EDD1-F43C-48CF-A8AF-473576C5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B8173B-C6B4-49DF-9023-14CB2759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93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55A7B2-32FA-401E-9BCA-1358D79D6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C57F14-9AC2-4931-86A8-B890C8481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8D169-5FFC-4947-AA29-531E1FFD7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0D466-0E7D-4D66-AC83-D3A29E98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0B288-783E-4943-BB23-4C704BA1D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63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48E336-46A4-4B04-9072-E8B03C8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3FD03-4FEF-4C30-94A4-BBA79A9EB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6DF30-F743-4A97-A988-6000C66BA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100C3-8F28-4BBD-8984-4C3F4002A13B}" type="datetimeFigureOut">
              <a:rPr lang="zh-CN" altLang="en-US" smtClean="0"/>
              <a:t>2024/7/21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598EF5-9B2D-4F2F-A1D4-547DA3F5E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37E5A-7253-4ADE-B738-3EB88483C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AB9F7-55CD-4802-B238-1683173D1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26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BCA2D8-E3A9-4909-8FA7-6C0E1522B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" y="649817"/>
            <a:ext cx="5854700" cy="58547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103CAA-462C-4053-9D60-A237E8249F92}"/>
              </a:ext>
            </a:extLst>
          </p:cNvPr>
          <p:cNvSpPr txBox="1"/>
          <p:nvPr/>
        </p:nvSpPr>
        <p:spPr>
          <a:xfrm>
            <a:off x="3759199" y="2278846"/>
            <a:ext cx="2455335" cy="954107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33CC"/>
                </a:solidFill>
              </a:rPr>
              <a:t>二叉树的性质</a:t>
            </a:r>
            <a:endParaRPr lang="en-US" altLang="zh-CN" sz="2800" b="1" dirty="0">
              <a:solidFill>
                <a:srgbClr val="FF33CC"/>
              </a:solidFill>
            </a:endParaRPr>
          </a:p>
          <a:p>
            <a:pPr algn="ctr"/>
            <a:r>
              <a:rPr lang="en-US" altLang="zh-CN" sz="2800" b="1" dirty="0" err="1">
                <a:solidFill>
                  <a:srgbClr val="FF33CC"/>
                </a:solidFill>
              </a:rPr>
              <a:t>LeetCode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78857F-5CD3-48B0-BD2D-10EA2CD17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62" y="1563265"/>
            <a:ext cx="5265876" cy="23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2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10F0B30-9753-46A5-AB46-33232BA50B2B}"/>
              </a:ext>
            </a:extLst>
          </p:cNvPr>
          <p:cNvGrpSpPr/>
          <p:nvPr/>
        </p:nvGrpSpPr>
        <p:grpSpPr>
          <a:xfrm>
            <a:off x="2507765" y="1529687"/>
            <a:ext cx="4103427" cy="4103427"/>
            <a:chOff x="2507765" y="1529687"/>
            <a:chExt cx="4103427" cy="410342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C6EB59D-9F06-4302-8045-5A0FC6A07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65" y="1529687"/>
              <a:ext cx="4103427" cy="4103427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1103CAA-462C-4053-9D60-A237E8249F92}"/>
                </a:ext>
              </a:extLst>
            </p:cNvPr>
            <p:cNvSpPr txBox="1"/>
            <p:nvPr/>
          </p:nvSpPr>
          <p:spPr>
            <a:xfrm>
              <a:off x="3022959" y="2951945"/>
              <a:ext cx="3073041" cy="954107"/>
            </a:xfrm>
            <a:prstGeom prst="rect">
              <a:avLst/>
            </a:prstGeom>
            <a:solidFill>
              <a:srgbClr val="66FF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33CC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二叉树的路径问题</a:t>
              </a:r>
              <a:endParaRPr lang="en-US" altLang="zh-CN" sz="2800" b="1" dirty="0">
                <a:solidFill>
                  <a:srgbClr val="FF33CC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/>
              <a:r>
                <a:rPr lang="en-US" altLang="zh-CN" sz="2800" b="1" dirty="0" err="1">
                  <a:solidFill>
                    <a:srgbClr val="FF33CC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LeetCode</a:t>
              </a:r>
              <a:endParaRPr lang="zh-CN" altLang="en-US" sz="2800" b="1" dirty="0">
                <a:solidFill>
                  <a:srgbClr val="FF33CC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110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华文行楷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zx z</dc:creator>
  <cp:lastModifiedBy>zx z</cp:lastModifiedBy>
  <cp:revision>6</cp:revision>
  <dcterms:created xsi:type="dcterms:W3CDTF">2024-07-21T08:13:56Z</dcterms:created>
  <dcterms:modified xsi:type="dcterms:W3CDTF">2024-07-21T08:22:06Z</dcterms:modified>
</cp:coreProperties>
</file>